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62" r:id="rId2"/>
    <p:sldId id="286" r:id="rId3"/>
    <p:sldId id="284" r:id="rId4"/>
    <p:sldId id="285" r:id="rId5"/>
    <p:sldId id="258" r:id="rId6"/>
    <p:sldId id="261" r:id="rId7"/>
    <p:sldId id="280" r:id="rId8"/>
    <p:sldId id="259" r:id="rId9"/>
    <p:sldId id="287" r:id="rId10"/>
    <p:sldId id="279" r:id="rId11"/>
    <p:sldId id="260" r:id="rId12"/>
    <p:sldId id="263" r:id="rId13"/>
    <p:sldId id="288" r:id="rId14"/>
    <p:sldId id="264" r:id="rId15"/>
    <p:sldId id="289" r:id="rId16"/>
    <p:sldId id="266" r:id="rId17"/>
    <p:sldId id="265" r:id="rId18"/>
    <p:sldId id="290" r:id="rId19"/>
    <p:sldId id="269" r:id="rId20"/>
    <p:sldId id="281" r:id="rId21"/>
    <p:sldId id="267" r:id="rId22"/>
    <p:sldId id="268" r:id="rId23"/>
    <p:sldId id="270" r:id="rId24"/>
    <p:sldId id="271" r:id="rId25"/>
    <p:sldId id="272" r:id="rId26"/>
    <p:sldId id="282" r:id="rId27"/>
    <p:sldId id="273" r:id="rId28"/>
    <p:sldId id="274" r:id="rId29"/>
    <p:sldId id="275" r:id="rId30"/>
    <p:sldId id="278" r:id="rId31"/>
    <p:sldId id="276" r:id="rId32"/>
    <p:sldId id="277" r:id="rId33"/>
  </p:sldIdLst>
  <p:sldSz cx="12192000" cy="6858000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085BFB-8188-41C0-9F99-678D7B597D20}" v="99" dt="2025-04-01T15:41:06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6" autoAdjust="0"/>
    <p:restoredTop sz="94660"/>
  </p:normalViewPr>
  <p:slideViewPr>
    <p:cSldViewPr snapToGrid="0">
      <p:cViewPr>
        <p:scale>
          <a:sx n="90" d="100"/>
          <a:sy n="90" d="100"/>
        </p:scale>
        <p:origin x="259" y="-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aike Vercauteren" userId="ebf6c57b-443c-4492-b592-ebdccbd79b0c" providerId="ADAL" clId="{6C085BFB-8188-41C0-9F99-678D7B597D20}"/>
    <pc:docChg chg="undo redo custSel addSld delSld modSld sldOrd modNotesMaster">
      <pc:chgData name="Maaike Vercauteren" userId="ebf6c57b-443c-4492-b592-ebdccbd79b0c" providerId="ADAL" clId="{6C085BFB-8188-41C0-9F99-678D7B597D20}" dt="2025-04-01T15:42:08.589" v="601" actId="1076"/>
      <pc:docMkLst>
        <pc:docMk/>
      </pc:docMkLst>
      <pc:sldChg chg="delSp modSp del mod">
        <pc:chgData name="Maaike Vercauteren" userId="ebf6c57b-443c-4492-b592-ebdccbd79b0c" providerId="ADAL" clId="{6C085BFB-8188-41C0-9F99-678D7B597D20}" dt="2025-04-01T13:26:51.017" v="435" actId="47"/>
        <pc:sldMkLst>
          <pc:docMk/>
          <pc:sldMk cId="279204721" sldId="256"/>
        </pc:sldMkLst>
        <pc:spChg chg="mod topLvl">
          <ac:chgData name="Maaike Vercauteren" userId="ebf6c57b-443c-4492-b592-ebdccbd79b0c" providerId="ADAL" clId="{6C085BFB-8188-41C0-9F99-678D7B597D20}" dt="2025-04-01T13:05:10.861" v="334" actId="165"/>
          <ac:spMkLst>
            <pc:docMk/>
            <pc:sldMk cId="279204721" sldId="256"/>
            <ac:spMk id="5" creationId="{FE152EE9-23B5-15A6-C325-31BDF3BC7597}"/>
          </ac:spMkLst>
        </pc:spChg>
        <pc:spChg chg="mod topLvl">
          <ac:chgData name="Maaike Vercauteren" userId="ebf6c57b-443c-4492-b592-ebdccbd79b0c" providerId="ADAL" clId="{6C085BFB-8188-41C0-9F99-678D7B597D20}" dt="2025-04-01T13:12:22.815" v="342" actId="1076"/>
          <ac:spMkLst>
            <pc:docMk/>
            <pc:sldMk cId="279204721" sldId="256"/>
            <ac:spMk id="8" creationId="{ADBAF2E4-C0BF-5441-63B7-E51CA0FDF460}"/>
          </ac:spMkLst>
        </pc:spChg>
        <pc:spChg chg="mod topLvl">
          <ac:chgData name="Maaike Vercauteren" userId="ebf6c57b-443c-4492-b592-ebdccbd79b0c" providerId="ADAL" clId="{6C085BFB-8188-41C0-9F99-678D7B597D20}" dt="2025-04-01T13:12:22.815" v="342" actId="1076"/>
          <ac:spMkLst>
            <pc:docMk/>
            <pc:sldMk cId="279204721" sldId="256"/>
            <ac:spMk id="9" creationId="{6CEFA57A-4628-8BA0-913B-0B4AF6759DD9}"/>
          </ac:spMkLst>
        </pc:spChg>
        <pc:spChg chg="mod">
          <ac:chgData name="Maaike Vercauteren" userId="ebf6c57b-443c-4492-b592-ebdccbd79b0c" providerId="ADAL" clId="{6C085BFB-8188-41C0-9F99-678D7B597D20}" dt="2025-04-01T13:12:22.815" v="342" actId="1076"/>
          <ac:spMkLst>
            <pc:docMk/>
            <pc:sldMk cId="279204721" sldId="256"/>
            <ac:spMk id="10" creationId="{736F8240-5CB7-ACE7-6D56-D2B93671462A}"/>
          </ac:spMkLst>
        </pc:spChg>
        <pc:spChg chg="mod topLvl">
          <ac:chgData name="Maaike Vercauteren" userId="ebf6c57b-443c-4492-b592-ebdccbd79b0c" providerId="ADAL" clId="{6C085BFB-8188-41C0-9F99-678D7B597D20}" dt="2025-04-01T13:12:22.815" v="342" actId="1076"/>
          <ac:spMkLst>
            <pc:docMk/>
            <pc:sldMk cId="279204721" sldId="256"/>
            <ac:spMk id="11" creationId="{1A0C8B67-0A6F-3337-7292-31F9EA7D8C04}"/>
          </ac:spMkLst>
        </pc:spChg>
        <pc:spChg chg="mod topLvl">
          <ac:chgData name="Maaike Vercauteren" userId="ebf6c57b-443c-4492-b592-ebdccbd79b0c" providerId="ADAL" clId="{6C085BFB-8188-41C0-9F99-678D7B597D20}" dt="2025-04-01T13:12:22.815" v="342" actId="1076"/>
          <ac:spMkLst>
            <pc:docMk/>
            <pc:sldMk cId="279204721" sldId="256"/>
            <ac:spMk id="13" creationId="{2824C5FC-C992-9A4C-618B-978DEDC2DD96}"/>
          </ac:spMkLst>
        </pc:spChg>
        <pc:spChg chg="mod topLvl">
          <ac:chgData name="Maaike Vercauteren" userId="ebf6c57b-443c-4492-b592-ebdccbd79b0c" providerId="ADAL" clId="{6C085BFB-8188-41C0-9F99-678D7B597D20}" dt="2025-04-01T13:12:22.815" v="342" actId="1076"/>
          <ac:spMkLst>
            <pc:docMk/>
            <pc:sldMk cId="279204721" sldId="256"/>
            <ac:spMk id="14" creationId="{9D08AD6D-1B60-8ADB-6B48-B37A89324092}"/>
          </ac:spMkLst>
        </pc:spChg>
        <pc:spChg chg="mod topLvl">
          <ac:chgData name="Maaike Vercauteren" userId="ebf6c57b-443c-4492-b592-ebdccbd79b0c" providerId="ADAL" clId="{6C085BFB-8188-41C0-9F99-678D7B597D20}" dt="2025-04-01T13:12:22.815" v="342" actId="1076"/>
          <ac:spMkLst>
            <pc:docMk/>
            <pc:sldMk cId="279204721" sldId="256"/>
            <ac:spMk id="15" creationId="{52E74963-778A-AD99-A804-B8DF629E9D21}"/>
          </ac:spMkLst>
        </pc:spChg>
        <pc:spChg chg="mod topLvl">
          <ac:chgData name="Maaike Vercauteren" userId="ebf6c57b-443c-4492-b592-ebdccbd79b0c" providerId="ADAL" clId="{6C085BFB-8188-41C0-9F99-678D7B597D20}" dt="2025-04-01T13:12:22.815" v="342" actId="1076"/>
          <ac:spMkLst>
            <pc:docMk/>
            <pc:sldMk cId="279204721" sldId="256"/>
            <ac:spMk id="16" creationId="{31DD3E44-6143-E91E-2F69-5F13C19C18AF}"/>
          </ac:spMkLst>
        </pc:spChg>
        <pc:spChg chg="mod topLvl">
          <ac:chgData name="Maaike Vercauteren" userId="ebf6c57b-443c-4492-b592-ebdccbd79b0c" providerId="ADAL" clId="{6C085BFB-8188-41C0-9F99-678D7B597D20}" dt="2025-04-01T13:05:10.861" v="334" actId="165"/>
          <ac:spMkLst>
            <pc:docMk/>
            <pc:sldMk cId="279204721" sldId="256"/>
            <ac:spMk id="18" creationId="{D0BE79D5-DE12-F250-3735-A0F831ED9C87}"/>
          </ac:spMkLst>
        </pc:spChg>
        <pc:spChg chg="mod topLvl">
          <ac:chgData name="Maaike Vercauteren" userId="ebf6c57b-443c-4492-b592-ebdccbd79b0c" providerId="ADAL" clId="{6C085BFB-8188-41C0-9F99-678D7B597D20}" dt="2025-04-01T13:05:10.861" v="334" actId="165"/>
          <ac:spMkLst>
            <pc:docMk/>
            <pc:sldMk cId="279204721" sldId="256"/>
            <ac:spMk id="19" creationId="{F47CF5A1-1433-17B1-8B5E-457583DD7EED}"/>
          </ac:spMkLst>
        </pc:spChg>
        <pc:picChg chg="del mod">
          <ac:chgData name="Maaike Vercauteren" userId="ebf6c57b-443c-4492-b592-ebdccbd79b0c" providerId="ADAL" clId="{6C085BFB-8188-41C0-9F99-678D7B597D20}" dt="2025-04-01T13:12:11.469" v="341" actId="478"/>
          <ac:picMkLst>
            <pc:docMk/>
            <pc:sldMk cId="279204721" sldId="256"/>
            <ac:picMk id="7" creationId="{D03CE7A1-AED1-F994-0DB4-F1818DC61E57}"/>
          </ac:picMkLst>
        </pc:picChg>
      </pc:sldChg>
      <pc:sldChg chg="del">
        <pc:chgData name="Maaike Vercauteren" userId="ebf6c57b-443c-4492-b592-ebdccbd79b0c" providerId="ADAL" clId="{6C085BFB-8188-41C0-9F99-678D7B597D20}" dt="2025-04-01T13:26:30.617" v="434" actId="47"/>
        <pc:sldMkLst>
          <pc:docMk/>
          <pc:sldMk cId="2189420211" sldId="257"/>
        </pc:sldMkLst>
      </pc:sldChg>
      <pc:sldChg chg="addSp delSp modSp mod">
        <pc:chgData name="Maaike Vercauteren" userId="ebf6c57b-443c-4492-b592-ebdccbd79b0c" providerId="ADAL" clId="{6C085BFB-8188-41C0-9F99-678D7B597D20}" dt="2025-04-01T13:33:32.814" v="513" actId="164"/>
        <pc:sldMkLst>
          <pc:docMk/>
          <pc:sldMk cId="3754332044" sldId="258"/>
        </pc:sldMkLst>
        <pc:grpChg chg="del">
          <ac:chgData name="Maaike Vercauteren" userId="ebf6c57b-443c-4492-b592-ebdccbd79b0c" providerId="ADAL" clId="{6C085BFB-8188-41C0-9F99-678D7B597D20}" dt="2025-04-01T13:30:24.854" v="474" actId="478"/>
          <ac:grpSpMkLst>
            <pc:docMk/>
            <pc:sldMk cId="3754332044" sldId="258"/>
            <ac:grpSpMk id="4" creationId="{37AEF501-431A-BB70-528F-0281CD23DFCA}"/>
          </ac:grpSpMkLst>
        </pc:grpChg>
        <pc:grpChg chg="add mod ord">
          <ac:chgData name="Maaike Vercauteren" userId="ebf6c57b-443c-4492-b592-ebdccbd79b0c" providerId="ADAL" clId="{6C085BFB-8188-41C0-9F99-678D7B597D20}" dt="2025-04-01T13:33:32.814" v="513" actId="164"/>
          <ac:grpSpMkLst>
            <pc:docMk/>
            <pc:sldMk cId="3754332044" sldId="258"/>
            <ac:grpSpMk id="17" creationId="{66825F74-DF43-9A85-C8C1-9EC8FFCC4ECF}"/>
          </ac:grpSpMkLst>
        </pc:grpChg>
        <pc:grpChg chg="add mod">
          <ac:chgData name="Maaike Vercauteren" userId="ebf6c57b-443c-4492-b592-ebdccbd79b0c" providerId="ADAL" clId="{6C085BFB-8188-41C0-9F99-678D7B597D20}" dt="2025-04-01T13:33:32.814" v="513" actId="164"/>
          <ac:grpSpMkLst>
            <pc:docMk/>
            <pc:sldMk cId="3754332044" sldId="258"/>
            <ac:grpSpMk id="18" creationId="{29C84B15-39D2-6146-BF6B-EFE063D46C8F}"/>
          </ac:grpSpMkLst>
        </pc:grpChg>
        <pc:picChg chg="del mod">
          <ac:chgData name="Maaike Vercauteren" userId="ebf6c57b-443c-4492-b592-ebdccbd79b0c" providerId="ADAL" clId="{6C085BFB-8188-41C0-9F99-678D7B597D20}" dt="2025-04-01T13:30:08.190" v="470" actId="478"/>
          <ac:picMkLst>
            <pc:docMk/>
            <pc:sldMk cId="3754332044" sldId="258"/>
            <ac:picMk id="5" creationId="{B5B03F69-2E25-E705-A4F9-B8C5BB24AC1E}"/>
          </ac:picMkLst>
        </pc:picChg>
        <pc:picChg chg="add mod ord">
          <ac:chgData name="Maaike Vercauteren" userId="ebf6c57b-443c-4492-b592-ebdccbd79b0c" providerId="ADAL" clId="{6C085BFB-8188-41C0-9F99-678D7B597D20}" dt="2025-04-01T13:33:32.814" v="513" actId="164"/>
          <ac:picMkLst>
            <pc:docMk/>
            <pc:sldMk cId="3754332044" sldId="258"/>
            <ac:picMk id="14" creationId="{B8CA3483-6DB6-B5CC-9675-9ED8FAF21380}"/>
          </ac:picMkLst>
        </pc:picChg>
        <pc:picChg chg="add mod modCrop">
          <ac:chgData name="Maaike Vercauteren" userId="ebf6c57b-443c-4492-b592-ebdccbd79b0c" providerId="ADAL" clId="{6C085BFB-8188-41C0-9F99-678D7B597D20}" dt="2025-04-01T13:31:18.018" v="485" actId="164"/>
          <ac:picMkLst>
            <pc:docMk/>
            <pc:sldMk cId="3754332044" sldId="258"/>
            <ac:picMk id="15" creationId="{CE8C44ED-DFB7-632A-6C50-A97ECD750BEB}"/>
          </ac:picMkLst>
        </pc:picChg>
        <pc:picChg chg="add mod modCrop">
          <ac:chgData name="Maaike Vercauteren" userId="ebf6c57b-443c-4492-b592-ebdccbd79b0c" providerId="ADAL" clId="{6C085BFB-8188-41C0-9F99-678D7B597D20}" dt="2025-04-01T13:31:18.018" v="485" actId="164"/>
          <ac:picMkLst>
            <pc:docMk/>
            <pc:sldMk cId="3754332044" sldId="258"/>
            <ac:picMk id="16" creationId="{4004A7DC-2092-04C8-6FCF-5B6F881DA9BE}"/>
          </ac:picMkLst>
        </pc:picChg>
      </pc:sldChg>
      <pc:sldChg chg="addSp delSp modSp mod modNotesTx">
        <pc:chgData name="Maaike Vercauteren" userId="ebf6c57b-443c-4492-b592-ebdccbd79b0c" providerId="ADAL" clId="{6C085BFB-8188-41C0-9F99-678D7B597D20}" dt="2025-04-01T13:59:05.902" v="521" actId="14826"/>
        <pc:sldMkLst>
          <pc:docMk/>
          <pc:sldMk cId="2292916659" sldId="259"/>
        </pc:sldMkLst>
        <pc:picChg chg="add mod">
          <ac:chgData name="Maaike Vercauteren" userId="ebf6c57b-443c-4492-b592-ebdccbd79b0c" providerId="ADAL" clId="{6C085BFB-8188-41C0-9F99-678D7B597D20}" dt="2025-04-01T13:59:05.902" v="521" actId="14826"/>
          <ac:picMkLst>
            <pc:docMk/>
            <pc:sldMk cId="2292916659" sldId="259"/>
            <ac:picMk id="3" creationId="{DEB70CC4-5DA7-0E44-85B4-B94A5F786849}"/>
          </ac:picMkLst>
        </pc:picChg>
      </pc:sldChg>
      <pc:sldChg chg="modSp add del mod modNotesTx">
        <pc:chgData name="Maaike Vercauteren" userId="ebf6c57b-443c-4492-b592-ebdccbd79b0c" providerId="ADAL" clId="{6C085BFB-8188-41C0-9F99-678D7B597D20}" dt="2025-04-01T14:00:29.384" v="535" actId="20577"/>
        <pc:sldMkLst>
          <pc:docMk/>
          <pc:sldMk cId="624012253" sldId="260"/>
        </pc:sldMkLst>
        <pc:picChg chg="mod">
          <ac:chgData name="Maaike Vercauteren" userId="ebf6c57b-443c-4492-b592-ebdccbd79b0c" providerId="ADAL" clId="{6C085BFB-8188-41C0-9F99-678D7B597D20}" dt="2025-04-01T14:00:26.085" v="525" actId="14826"/>
          <ac:picMkLst>
            <pc:docMk/>
            <pc:sldMk cId="624012253" sldId="260"/>
            <ac:picMk id="2" creationId="{B40C30F4-1CD0-11A3-2728-1FCD2CC8D748}"/>
          </ac:picMkLst>
        </pc:picChg>
      </pc:sldChg>
      <pc:sldChg chg="addSp delSp modSp mod">
        <pc:chgData name="Maaike Vercauteren" userId="ebf6c57b-443c-4492-b592-ebdccbd79b0c" providerId="ADAL" clId="{6C085BFB-8188-41C0-9F99-678D7B597D20}" dt="2025-04-01T14:24:37.197" v="566" actId="164"/>
        <pc:sldMkLst>
          <pc:docMk/>
          <pc:sldMk cId="2164078111" sldId="261"/>
        </pc:sldMkLst>
        <pc:spChg chg="mod ord">
          <ac:chgData name="Maaike Vercauteren" userId="ebf6c57b-443c-4492-b592-ebdccbd79b0c" providerId="ADAL" clId="{6C085BFB-8188-41C0-9F99-678D7B597D20}" dt="2025-04-01T13:33:07.828" v="506" actId="166"/>
          <ac:spMkLst>
            <pc:docMk/>
            <pc:sldMk cId="2164078111" sldId="261"/>
            <ac:spMk id="5" creationId="{59AD996D-45A5-4A4D-F41B-320F2941C98F}"/>
          </ac:spMkLst>
        </pc:spChg>
        <pc:spChg chg="mod ord">
          <ac:chgData name="Maaike Vercauteren" userId="ebf6c57b-443c-4492-b592-ebdccbd79b0c" providerId="ADAL" clId="{6C085BFB-8188-41C0-9F99-678D7B597D20}" dt="2025-04-01T13:33:07.828" v="506" actId="166"/>
          <ac:spMkLst>
            <pc:docMk/>
            <pc:sldMk cId="2164078111" sldId="261"/>
            <ac:spMk id="6" creationId="{C2C86C59-B274-4111-07C5-D2AEC64359F9}"/>
          </ac:spMkLst>
        </pc:spChg>
        <pc:spChg chg="mod ord">
          <ac:chgData name="Maaike Vercauteren" userId="ebf6c57b-443c-4492-b592-ebdccbd79b0c" providerId="ADAL" clId="{6C085BFB-8188-41C0-9F99-678D7B597D20}" dt="2025-04-01T13:33:07.828" v="506" actId="166"/>
          <ac:spMkLst>
            <pc:docMk/>
            <pc:sldMk cId="2164078111" sldId="261"/>
            <ac:spMk id="9" creationId="{89B2572C-4640-EE59-4D19-AB6B6780A446}"/>
          </ac:spMkLst>
        </pc:spChg>
        <pc:spChg chg="mod ord">
          <ac:chgData name="Maaike Vercauteren" userId="ebf6c57b-443c-4492-b592-ebdccbd79b0c" providerId="ADAL" clId="{6C085BFB-8188-41C0-9F99-678D7B597D20}" dt="2025-04-01T13:33:23.097" v="510" actId="1076"/>
          <ac:spMkLst>
            <pc:docMk/>
            <pc:sldMk cId="2164078111" sldId="261"/>
            <ac:spMk id="10" creationId="{75344B4F-0B16-3BFD-4DD4-FA1DF58F1195}"/>
          </ac:spMkLst>
        </pc:spChg>
        <pc:spChg chg="mod ord">
          <ac:chgData name="Maaike Vercauteren" userId="ebf6c57b-443c-4492-b592-ebdccbd79b0c" providerId="ADAL" clId="{6C085BFB-8188-41C0-9F99-678D7B597D20}" dt="2025-04-01T13:33:25.314" v="511" actId="1076"/>
          <ac:spMkLst>
            <pc:docMk/>
            <pc:sldMk cId="2164078111" sldId="261"/>
            <ac:spMk id="11" creationId="{4E9BA3F8-1141-4200-9D71-937A47B761E8}"/>
          </ac:spMkLst>
        </pc:spChg>
        <pc:spChg chg="mod ord">
          <ac:chgData name="Maaike Vercauteren" userId="ebf6c57b-443c-4492-b592-ebdccbd79b0c" providerId="ADAL" clId="{6C085BFB-8188-41C0-9F99-678D7B597D20}" dt="2025-04-01T13:33:20.721" v="509" actId="1076"/>
          <ac:spMkLst>
            <pc:docMk/>
            <pc:sldMk cId="2164078111" sldId="261"/>
            <ac:spMk id="12" creationId="{D450DB8D-E025-B129-44EE-FBEED9393116}"/>
          </ac:spMkLst>
        </pc:spChg>
        <pc:spChg chg="mod ord">
          <ac:chgData name="Maaike Vercauteren" userId="ebf6c57b-443c-4492-b592-ebdccbd79b0c" providerId="ADAL" clId="{6C085BFB-8188-41C0-9F99-678D7B597D20}" dt="2025-04-01T13:33:17.745" v="508" actId="1076"/>
          <ac:spMkLst>
            <pc:docMk/>
            <pc:sldMk cId="2164078111" sldId="261"/>
            <ac:spMk id="13" creationId="{35BA436D-0BEB-6090-D72F-B91B5D8959BE}"/>
          </ac:spMkLst>
        </pc:spChg>
        <pc:spChg chg="mod">
          <ac:chgData name="Maaike Vercauteren" userId="ebf6c57b-443c-4492-b592-ebdccbd79b0c" providerId="ADAL" clId="{6C085BFB-8188-41C0-9F99-678D7B597D20}" dt="2025-04-01T13:33:04.403" v="505" actId="1076"/>
          <ac:spMkLst>
            <pc:docMk/>
            <pc:sldMk cId="2164078111" sldId="261"/>
            <ac:spMk id="14" creationId="{6F11A55A-0D9D-8A68-D315-FE50D63D91D6}"/>
          </ac:spMkLst>
        </pc:spChg>
        <pc:spChg chg="mod ord">
          <ac:chgData name="Maaike Vercauteren" userId="ebf6c57b-443c-4492-b592-ebdccbd79b0c" providerId="ADAL" clId="{6C085BFB-8188-41C0-9F99-678D7B597D20}" dt="2025-04-01T13:33:07.828" v="506" actId="166"/>
          <ac:spMkLst>
            <pc:docMk/>
            <pc:sldMk cId="2164078111" sldId="261"/>
            <ac:spMk id="15" creationId="{0F3BF294-3418-86AB-F821-56242B933D59}"/>
          </ac:spMkLst>
        </pc:spChg>
        <pc:spChg chg="mod ord">
          <ac:chgData name="Maaike Vercauteren" userId="ebf6c57b-443c-4492-b592-ebdccbd79b0c" providerId="ADAL" clId="{6C085BFB-8188-41C0-9F99-678D7B597D20}" dt="2025-04-01T13:33:07.828" v="506" actId="166"/>
          <ac:spMkLst>
            <pc:docMk/>
            <pc:sldMk cId="2164078111" sldId="261"/>
            <ac:spMk id="16" creationId="{2A79C189-C157-8C98-33AB-A745840A1CD6}"/>
          </ac:spMkLst>
        </pc:spChg>
        <pc:spChg chg="mod ord">
          <ac:chgData name="Maaike Vercauteren" userId="ebf6c57b-443c-4492-b592-ebdccbd79b0c" providerId="ADAL" clId="{6C085BFB-8188-41C0-9F99-678D7B597D20}" dt="2025-04-01T13:33:27.625" v="512" actId="1076"/>
          <ac:spMkLst>
            <pc:docMk/>
            <pc:sldMk cId="2164078111" sldId="261"/>
            <ac:spMk id="17" creationId="{537AF6F7-1DC0-FE54-06A7-B9BD4F2A7B84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25" creationId="{61921805-1D0F-5EB3-F07E-17A296718FB3}"/>
          </ac:spMkLst>
        </pc:spChg>
        <pc:spChg chg="add mod">
          <ac:chgData name="Maaike Vercauteren" userId="ebf6c57b-443c-4492-b592-ebdccbd79b0c" providerId="ADAL" clId="{6C085BFB-8188-41C0-9F99-678D7B597D20}" dt="2025-04-01T14:23:29.963" v="539" actId="1076"/>
          <ac:spMkLst>
            <pc:docMk/>
            <pc:sldMk cId="2164078111" sldId="261"/>
            <ac:spMk id="26" creationId="{5B00F0E6-9047-712A-3175-C7D7C2F00B09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27" creationId="{54076C20-DE3A-3E1C-F3CB-B9DAF248E88E}"/>
          </ac:spMkLst>
        </pc:spChg>
        <pc:spChg chg="add mod">
          <ac:chgData name="Maaike Vercauteren" userId="ebf6c57b-443c-4492-b592-ebdccbd79b0c" providerId="ADAL" clId="{6C085BFB-8188-41C0-9F99-678D7B597D20}" dt="2025-04-01T14:23:49.518" v="549" actId="1035"/>
          <ac:spMkLst>
            <pc:docMk/>
            <pc:sldMk cId="2164078111" sldId="261"/>
            <ac:spMk id="28" creationId="{0D5D7DC3-604C-F0C9-1E93-AA0BE90930CD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29" creationId="{ACF92BB0-138C-7368-E470-D74B6620BEB2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30" creationId="{1CFFA16B-3287-6914-86C7-AF39D3CA9993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31" creationId="{6DAF934E-06F2-FCF6-7762-408D407B41CC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32" creationId="{29A829DF-B3E3-6BD7-C893-329E9770D1B2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33" creationId="{C699DD8D-36D2-CE38-28B0-A9530ACE6A82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34" creationId="{AA445779-3192-2154-3CD0-F1EC098E4E1D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35" creationId="{4C870FE5-DE8B-9999-CF23-CEB889C5177E}"/>
          </ac:spMkLst>
        </pc:spChg>
        <pc:spChg chg="add mod">
          <ac:chgData name="Maaike Vercauteren" userId="ebf6c57b-443c-4492-b592-ebdccbd79b0c" providerId="ADAL" clId="{6C085BFB-8188-41C0-9F99-678D7B597D20}" dt="2025-04-01T14:24:37.197" v="566" actId="164"/>
          <ac:spMkLst>
            <pc:docMk/>
            <pc:sldMk cId="2164078111" sldId="261"/>
            <ac:spMk id="36" creationId="{996499D2-9F10-B2CC-EAFC-7DD5C3901FDD}"/>
          </ac:spMkLst>
        </pc:spChg>
        <pc:grpChg chg="mod">
          <ac:chgData name="Maaike Vercauteren" userId="ebf6c57b-443c-4492-b592-ebdccbd79b0c" providerId="ADAL" clId="{6C085BFB-8188-41C0-9F99-678D7B597D20}" dt="2025-04-01T13:34:55.701" v="520" actId="164"/>
          <ac:grpSpMkLst>
            <pc:docMk/>
            <pc:sldMk cId="2164078111" sldId="261"/>
            <ac:grpSpMk id="2" creationId="{5B1C2830-E483-27FA-BACD-566A826FAD68}"/>
          </ac:grpSpMkLst>
        </pc:grpChg>
        <pc:grpChg chg="del">
          <ac:chgData name="Maaike Vercauteren" userId="ebf6c57b-443c-4492-b592-ebdccbd79b0c" providerId="ADAL" clId="{6C085BFB-8188-41C0-9F99-678D7B597D20}" dt="2025-04-01T13:31:36.814" v="488" actId="478"/>
          <ac:grpSpMkLst>
            <pc:docMk/>
            <pc:sldMk cId="2164078111" sldId="261"/>
            <ac:grpSpMk id="8" creationId="{8BB00BFE-3559-D2DD-92A4-9CC726FDC61E}"/>
          </ac:grpSpMkLst>
        </pc:grpChg>
        <pc:grpChg chg="add mod">
          <ac:chgData name="Maaike Vercauteren" userId="ebf6c57b-443c-4492-b592-ebdccbd79b0c" providerId="ADAL" clId="{6C085BFB-8188-41C0-9F99-678D7B597D20}" dt="2025-04-01T13:34:55.701" v="520" actId="164"/>
          <ac:grpSpMkLst>
            <pc:docMk/>
            <pc:sldMk cId="2164078111" sldId="261"/>
            <ac:grpSpMk id="19" creationId="{C64AE380-8B66-477F-EA25-21B2371E6054}"/>
          </ac:grpSpMkLst>
        </pc:grpChg>
        <pc:grpChg chg="mod">
          <ac:chgData name="Maaike Vercauteren" userId="ebf6c57b-443c-4492-b592-ebdccbd79b0c" providerId="ADAL" clId="{6C085BFB-8188-41C0-9F99-678D7B597D20}" dt="2025-04-01T13:33:34.808" v="514"/>
          <ac:grpSpMkLst>
            <pc:docMk/>
            <pc:sldMk cId="2164078111" sldId="261"/>
            <ac:grpSpMk id="20" creationId="{E1BE39D1-4A9D-8B99-2596-F34D8D4011E9}"/>
          </ac:grpSpMkLst>
        </pc:grpChg>
        <pc:grpChg chg="add mod">
          <ac:chgData name="Maaike Vercauteren" userId="ebf6c57b-443c-4492-b592-ebdccbd79b0c" providerId="ADAL" clId="{6C085BFB-8188-41C0-9F99-678D7B597D20}" dt="2025-04-01T13:34:55.701" v="520" actId="164"/>
          <ac:grpSpMkLst>
            <pc:docMk/>
            <pc:sldMk cId="2164078111" sldId="261"/>
            <ac:grpSpMk id="24" creationId="{82C83067-2738-26B7-3650-04100EB5879D}"/>
          </ac:grpSpMkLst>
        </pc:grpChg>
        <pc:picChg chg="mod modCrop">
          <ac:chgData name="Maaike Vercauteren" userId="ebf6c57b-443c-4492-b592-ebdccbd79b0c" providerId="ADAL" clId="{6C085BFB-8188-41C0-9F99-678D7B597D20}" dt="2025-04-01T13:33:49.512" v="518" actId="732"/>
          <ac:picMkLst>
            <pc:docMk/>
            <pc:sldMk cId="2164078111" sldId="261"/>
            <ac:picMk id="4" creationId="{6BC3F0AC-F0BC-6134-DE25-A25331AF3A4F}"/>
          </ac:picMkLst>
        </pc:picChg>
        <pc:picChg chg="add mod ord modCrop">
          <ac:chgData name="Maaike Vercauteren" userId="ebf6c57b-443c-4492-b592-ebdccbd79b0c" providerId="ADAL" clId="{6C085BFB-8188-41C0-9F99-678D7B597D20}" dt="2025-04-01T13:34:55.701" v="520" actId="164"/>
          <ac:picMkLst>
            <pc:docMk/>
            <pc:sldMk cId="2164078111" sldId="261"/>
            <ac:picMk id="18" creationId="{F8175942-31B7-C464-B741-3E6649B91A73}"/>
          </ac:picMkLst>
        </pc:picChg>
        <pc:picChg chg="mod">
          <ac:chgData name="Maaike Vercauteren" userId="ebf6c57b-443c-4492-b592-ebdccbd79b0c" providerId="ADAL" clId="{6C085BFB-8188-41C0-9F99-678D7B597D20}" dt="2025-04-01T13:33:34.808" v="514"/>
          <ac:picMkLst>
            <pc:docMk/>
            <pc:sldMk cId="2164078111" sldId="261"/>
            <ac:picMk id="21" creationId="{3F4775F8-4742-65F4-75B2-D44CFA6A2A0A}"/>
          </ac:picMkLst>
        </pc:picChg>
        <pc:picChg chg="mod">
          <ac:chgData name="Maaike Vercauteren" userId="ebf6c57b-443c-4492-b592-ebdccbd79b0c" providerId="ADAL" clId="{6C085BFB-8188-41C0-9F99-678D7B597D20}" dt="2025-04-01T13:33:34.808" v="514"/>
          <ac:picMkLst>
            <pc:docMk/>
            <pc:sldMk cId="2164078111" sldId="261"/>
            <ac:picMk id="22" creationId="{BCF4680E-7E11-D927-4A5B-7EC01EA6D569}"/>
          </ac:picMkLst>
        </pc:picChg>
        <pc:picChg chg="mod">
          <ac:chgData name="Maaike Vercauteren" userId="ebf6c57b-443c-4492-b592-ebdccbd79b0c" providerId="ADAL" clId="{6C085BFB-8188-41C0-9F99-678D7B597D20}" dt="2025-04-01T13:33:34.808" v="514"/>
          <ac:picMkLst>
            <pc:docMk/>
            <pc:sldMk cId="2164078111" sldId="261"/>
            <ac:picMk id="23" creationId="{A1BA95AD-459C-55DD-9628-E0CE7FC3A107}"/>
          </ac:picMkLst>
        </pc:picChg>
      </pc:sldChg>
      <pc:sldChg chg="modSp new mod ord">
        <pc:chgData name="Maaike Vercauteren" userId="ebf6c57b-443c-4492-b592-ebdccbd79b0c" providerId="ADAL" clId="{6C085BFB-8188-41C0-9F99-678D7B597D20}" dt="2025-03-06T08:37:07.134" v="11" actId="20577"/>
        <pc:sldMkLst>
          <pc:docMk/>
          <pc:sldMk cId="1086597804" sldId="262"/>
        </pc:sldMkLst>
        <pc:spChg chg="mod">
          <ac:chgData name="Maaike Vercauteren" userId="ebf6c57b-443c-4492-b592-ebdccbd79b0c" providerId="ADAL" clId="{6C085BFB-8188-41C0-9F99-678D7B597D20}" dt="2025-03-06T08:37:07.134" v="11" actId="20577"/>
          <ac:spMkLst>
            <pc:docMk/>
            <pc:sldMk cId="1086597804" sldId="262"/>
            <ac:spMk id="2" creationId="{B260CA80-47EA-5C18-F92E-EA2733BF082D}"/>
          </ac:spMkLst>
        </pc:spChg>
      </pc:sldChg>
      <pc:sldChg chg="modSp new mod">
        <pc:chgData name="Maaike Vercauteren" userId="ebf6c57b-443c-4492-b592-ebdccbd79b0c" providerId="ADAL" clId="{6C085BFB-8188-41C0-9F99-678D7B597D20}" dt="2025-03-06T08:37:16.166" v="23" actId="20577"/>
        <pc:sldMkLst>
          <pc:docMk/>
          <pc:sldMk cId="1797133414" sldId="263"/>
        </pc:sldMkLst>
        <pc:spChg chg="mod">
          <ac:chgData name="Maaike Vercauteren" userId="ebf6c57b-443c-4492-b592-ebdccbd79b0c" providerId="ADAL" clId="{6C085BFB-8188-41C0-9F99-678D7B597D20}" dt="2025-03-06T08:37:16.166" v="23" actId="20577"/>
          <ac:spMkLst>
            <pc:docMk/>
            <pc:sldMk cId="1797133414" sldId="263"/>
            <ac:spMk id="2" creationId="{4EBD8E55-BBB8-0018-2052-A58FC50F2B1A}"/>
          </ac:spMkLst>
        </pc:spChg>
      </pc:sldChg>
      <pc:sldChg chg="addSp modSp new mod">
        <pc:chgData name="Maaike Vercauteren" userId="ebf6c57b-443c-4492-b592-ebdccbd79b0c" providerId="ADAL" clId="{6C085BFB-8188-41C0-9F99-678D7B597D20}" dt="2025-03-06T08:38:22.686" v="32" actId="1076"/>
        <pc:sldMkLst>
          <pc:docMk/>
          <pc:sldMk cId="556799258" sldId="264"/>
        </pc:sldMkLst>
        <pc:picChg chg="add mod">
          <ac:chgData name="Maaike Vercauteren" userId="ebf6c57b-443c-4492-b592-ebdccbd79b0c" providerId="ADAL" clId="{6C085BFB-8188-41C0-9F99-678D7B597D20}" dt="2025-03-06T08:38:22.686" v="32" actId="1076"/>
          <ac:picMkLst>
            <pc:docMk/>
            <pc:sldMk cId="556799258" sldId="264"/>
            <ac:picMk id="2" creationId="{1E78AD4F-CA12-DC71-DDC1-920BB16329EF}"/>
          </ac:picMkLst>
        </pc:picChg>
      </pc:sldChg>
      <pc:sldChg chg="addSp delSp new mod ord">
        <pc:chgData name="Maaike Vercauteren" userId="ebf6c57b-443c-4492-b592-ebdccbd79b0c" providerId="ADAL" clId="{6C085BFB-8188-41C0-9F99-678D7B597D20}" dt="2025-04-01T15:40:09.220" v="598"/>
        <pc:sldMkLst>
          <pc:docMk/>
          <pc:sldMk cId="3400665824" sldId="265"/>
        </pc:sldMkLst>
        <pc:picChg chg="add del">
          <ac:chgData name="Maaike Vercauteren" userId="ebf6c57b-443c-4492-b592-ebdccbd79b0c" providerId="ADAL" clId="{6C085BFB-8188-41C0-9F99-678D7B597D20}" dt="2025-04-01T15:40:07.628" v="597" actId="478"/>
          <ac:picMkLst>
            <pc:docMk/>
            <pc:sldMk cId="3400665824" sldId="265"/>
            <ac:picMk id="2" creationId="{C1010345-E88A-3D4D-7EEF-128893B385E4}"/>
          </ac:picMkLst>
        </pc:picChg>
        <pc:picChg chg="add">
          <ac:chgData name="Maaike Vercauteren" userId="ebf6c57b-443c-4492-b592-ebdccbd79b0c" providerId="ADAL" clId="{6C085BFB-8188-41C0-9F99-678D7B597D20}" dt="2025-04-01T15:40:09.220" v="598"/>
          <ac:picMkLst>
            <pc:docMk/>
            <pc:sldMk cId="3400665824" sldId="265"/>
            <ac:picMk id="3" creationId="{532CB25F-AACA-D704-6864-F7592B4D0D87}"/>
          </ac:picMkLst>
        </pc:picChg>
      </pc:sldChg>
      <pc:sldChg chg="addSp delSp modSp new mod">
        <pc:chgData name="Maaike Vercauteren" userId="ebf6c57b-443c-4492-b592-ebdccbd79b0c" providerId="ADAL" clId="{6C085BFB-8188-41C0-9F99-678D7B597D20}" dt="2025-04-01T15:35:38.877" v="594" actId="14100"/>
        <pc:sldMkLst>
          <pc:docMk/>
          <pc:sldMk cId="573083663" sldId="266"/>
        </pc:sldMkLst>
        <pc:picChg chg="add mod">
          <ac:chgData name="Maaike Vercauteren" userId="ebf6c57b-443c-4492-b592-ebdccbd79b0c" providerId="ADAL" clId="{6C085BFB-8188-41C0-9F99-678D7B597D20}" dt="2025-04-01T15:35:38.877" v="594" actId="14100"/>
          <ac:picMkLst>
            <pc:docMk/>
            <pc:sldMk cId="573083663" sldId="266"/>
            <ac:picMk id="2" creationId="{41544A76-1C86-67DA-7532-3D2F7574200A}"/>
          </ac:picMkLst>
        </pc:picChg>
        <pc:picChg chg="add del">
          <ac:chgData name="Maaike Vercauteren" userId="ebf6c57b-443c-4492-b592-ebdccbd79b0c" providerId="ADAL" clId="{6C085BFB-8188-41C0-9F99-678D7B597D20}" dt="2025-04-01T15:35:34.622" v="592" actId="478"/>
          <ac:picMkLst>
            <pc:docMk/>
            <pc:sldMk cId="573083663" sldId="266"/>
            <ac:picMk id="5" creationId="{E1A46BD3-894E-2C8F-DFE9-1554DB0F9A99}"/>
          </ac:picMkLst>
        </pc:picChg>
      </pc:sldChg>
      <pc:sldChg chg="addSp new">
        <pc:chgData name="Maaike Vercauteren" userId="ebf6c57b-443c-4492-b592-ebdccbd79b0c" providerId="ADAL" clId="{6C085BFB-8188-41C0-9F99-678D7B597D20}" dt="2025-03-06T08:39:20.485" v="33"/>
        <pc:sldMkLst>
          <pc:docMk/>
          <pc:sldMk cId="1357344463" sldId="267"/>
        </pc:sldMkLst>
        <pc:picChg chg="add">
          <ac:chgData name="Maaike Vercauteren" userId="ebf6c57b-443c-4492-b592-ebdccbd79b0c" providerId="ADAL" clId="{6C085BFB-8188-41C0-9F99-678D7B597D20}" dt="2025-03-06T08:39:20.485" v="33"/>
          <ac:picMkLst>
            <pc:docMk/>
            <pc:sldMk cId="1357344463" sldId="267"/>
            <ac:picMk id="2" creationId="{F8F34373-5D07-70BD-CAF8-7961C728608B}"/>
          </ac:picMkLst>
        </pc:picChg>
      </pc:sldChg>
      <pc:sldChg chg="addSp new">
        <pc:chgData name="Maaike Vercauteren" userId="ebf6c57b-443c-4492-b592-ebdccbd79b0c" providerId="ADAL" clId="{6C085BFB-8188-41C0-9F99-678D7B597D20}" dt="2025-03-06T08:39:30.527" v="34"/>
        <pc:sldMkLst>
          <pc:docMk/>
          <pc:sldMk cId="3363339399" sldId="268"/>
        </pc:sldMkLst>
        <pc:picChg chg="add">
          <ac:chgData name="Maaike Vercauteren" userId="ebf6c57b-443c-4492-b592-ebdccbd79b0c" providerId="ADAL" clId="{6C085BFB-8188-41C0-9F99-678D7B597D20}" dt="2025-03-06T08:39:30.527" v="34"/>
          <ac:picMkLst>
            <pc:docMk/>
            <pc:sldMk cId="3363339399" sldId="268"/>
            <ac:picMk id="2" creationId="{9BA3A52E-6850-1B75-F1F7-527E7CC365B5}"/>
          </ac:picMkLst>
        </pc:picChg>
      </pc:sldChg>
      <pc:sldChg chg="addSp delSp modSp new mod">
        <pc:chgData name="Maaike Vercauteren" userId="ebf6c57b-443c-4492-b592-ebdccbd79b0c" providerId="ADAL" clId="{6C085BFB-8188-41C0-9F99-678D7B597D20}" dt="2025-03-11T07:29:16.619" v="170" actId="164"/>
        <pc:sldMkLst>
          <pc:docMk/>
          <pc:sldMk cId="1788890561" sldId="269"/>
        </pc:sldMkLst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9" creationId="{D0B55AAB-948D-EF67-75AB-51D90028F92B}"/>
          </ac:spMkLst>
        </pc:spChg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10" creationId="{ED380FA8-0DAF-CEFA-77A9-32EC8F00D43F}"/>
          </ac:spMkLst>
        </pc:spChg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11" creationId="{B6A1C291-EF87-8DBB-BAC4-94480CBF460D}"/>
          </ac:spMkLst>
        </pc:spChg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15" creationId="{0EA44B6B-27D6-C757-2A0F-AE7E5AFCE28A}"/>
          </ac:spMkLst>
        </pc:spChg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16" creationId="{5554D458-BD47-D036-58EB-0CAA5FD9CFB0}"/>
          </ac:spMkLst>
        </pc:spChg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17" creationId="{A5B94D67-B35F-BC43-B502-818211A5BC42}"/>
          </ac:spMkLst>
        </pc:spChg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19" creationId="{D5A31238-B8E8-0EC7-B7EF-E2C10140490F}"/>
          </ac:spMkLst>
        </pc:spChg>
        <pc:spChg chg="add mod">
          <ac:chgData name="Maaike Vercauteren" userId="ebf6c57b-443c-4492-b592-ebdccbd79b0c" providerId="ADAL" clId="{6C085BFB-8188-41C0-9F99-678D7B597D20}" dt="2025-03-06T08:46:04.422" v="117" actId="1035"/>
          <ac:spMkLst>
            <pc:docMk/>
            <pc:sldMk cId="1788890561" sldId="269"/>
            <ac:spMk id="20" creationId="{CCC25D00-9D21-429A-5ED9-FF4BB0676B03}"/>
          </ac:spMkLst>
        </pc:spChg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21" creationId="{683AE03C-CEC2-28B0-C38F-CADBBD5C5397}"/>
          </ac:spMkLst>
        </pc:spChg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22" creationId="{A7F32B38-8E95-3F17-9B63-613B52E754B4}"/>
          </ac:spMkLst>
        </pc:spChg>
        <pc:spChg chg="add mod">
          <ac:chgData name="Maaike Vercauteren" userId="ebf6c57b-443c-4492-b592-ebdccbd79b0c" providerId="ADAL" clId="{6C085BFB-8188-41C0-9F99-678D7B597D20}" dt="2025-03-06T08:46:18.714" v="124" actId="20577"/>
          <ac:spMkLst>
            <pc:docMk/>
            <pc:sldMk cId="1788890561" sldId="269"/>
            <ac:spMk id="23" creationId="{B4D40418-C7A5-1869-0195-BA0084D53FE9}"/>
          </ac:spMkLst>
        </pc:spChg>
        <pc:spChg chg="add mod">
          <ac:chgData name="Maaike Vercauteren" userId="ebf6c57b-443c-4492-b592-ebdccbd79b0c" providerId="ADAL" clId="{6C085BFB-8188-41C0-9F99-678D7B597D20}" dt="2025-03-11T07:29:16.619" v="170" actId="164"/>
          <ac:spMkLst>
            <pc:docMk/>
            <pc:sldMk cId="1788890561" sldId="269"/>
            <ac:spMk id="24" creationId="{C96CC3F2-4539-B304-53CC-B2F905A69ABB}"/>
          </ac:spMkLst>
        </pc:spChg>
        <pc:picChg chg="add mod modCrop">
          <ac:chgData name="Maaike Vercauteren" userId="ebf6c57b-443c-4492-b592-ebdccbd79b0c" providerId="ADAL" clId="{6C085BFB-8188-41C0-9F99-678D7B597D20}" dt="2025-03-06T08:40:48.190" v="49" actId="732"/>
          <ac:picMkLst>
            <pc:docMk/>
            <pc:sldMk cId="1788890561" sldId="269"/>
            <ac:picMk id="2" creationId="{C84B9B15-086A-9721-5AE6-553298E3B15A}"/>
          </ac:picMkLst>
        </pc:picChg>
        <pc:picChg chg="add mod modCrop">
          <ac:chgData name="Maaike Vercauteren" userId="ebf6c57b-443c-4492-b592-ebdccbd79b0c" providerId="ADAL" clId="{6C085BFB-8188-41C0-9F99-678D7B597D20}" dt="2025-03-06T08:40:43.510" v="48" actId="732"/>
          <ac:picMkLst>
            <pc:docMk/>
            <pc:sldMk cId="1788890561" sldId="269"/>
            <ac:picMk id="3" creationId="{594FB4FE-8A08-F670-4329-A3472525B742}"/>
          </ac:picMkLst>
        </pc:picChg>
        <pc:picChg chg="add mod">
          <ac:chgData name="Maaike Vercauteren" userId="ebf6c57b-443c-4492-b592-ebdccbd79b0c" providerId="ADAL" clId="{6C085BFB-8188-41C0-9F99-678D7B597D20}" dt="2025-03-11T07:28:41.328" v="164" actId="1076"/>
          <ac:picMkLst>
            <pc:docMk/>
            <pc:sldMk cId="1788890561" sldId="269"/>
            <ac:picMk id="4" creationId="{23867A03-D590-F303-7C40-393C65A69A74}"/>
          </ac:picMkLst>
        </pc:picChg>
        <pc:picChg chg="add mod modCrop">
          <ac:chgData name="Maaike Vercauteren" userId="ebf6c57b-443c-4492-b592-ebdccbd79b0c" providerId="ADAL" clId="{6C085BFB-8188-41C0-9F99-678D7B597D20}" dt="2025-03-11T07:28:47.841" v="166" actId="14100"/>
          <ac:picMkLst>
            <pc:docMk/>
            <pc:sldMk cId="1788890561" sldId="269"/>
            <ac:picMk id="8" creationId="{1F4D847C-D948-1CC6-B652-2FDE203DB94D}"/>
          </ac:picMkLst>
        </pc:picChg>
      </pc:sldChg>
      <pc:sldChg chg="addSp new modNotesTx">
        <pc:chgData name="Maaike Vercauteren" userId="ebf6c57b-443c-4492-b592-ebdccbd79b0c" providerId="ADAL" clId="{6C085BFB-8188-41C0-9F99-678D7B597D20}" dt="2025-03-06T08:55:42.495" v="139" actId="20577"/>
        <pc:sldMkLst>
          <pc:docMk/>
          <pc:sldMk cId="2008755974" sldId="270"/>
        </pc:sldMkLst>
        <pc:picChg chg="add">
          <ac:chgData name="Maaike Vercauteren" userId="ebf6c57b-443c-4492-b592-ebdccbd79b0c" providerId="ADAL" clId="{6C085BFB-8188-41C0-9F99-678D7B597D20}" dt="2025-03-06T08:55:39.517" v="130"/>
          <ac:picMkLst>
            <pc:docMk/>
            <pc:sldMk cId="2008755974" sldId="270"/>
            <ac:picMk id="2" creationId="{C85E5E17-1D40-F2AC-4774-D66F62131602}"/>
          </ac:picMkLst>
        </pc:picChg>
      </pc:sldChg>
      <pc:sldChg chg="addSp delSp new mod modClrScheme chgLayout modNotesTx">
        <pc:chgData name="Maaike Vercauteren" userId="ebf6c57b-443c-4492-b592-ebdccbd79b0c" providerId="ADAL" clId="{6C085BFB-8188-41C0-9F99-678D7B597D20}" dt="2025-03-06T08:56:30.217" v="152" actId="20577"/>
        <pc:sldMkLst>
          <pc:docMk/>
          <pc:sldMk cId="4105410793" sldId="271"/>
        </pc:sldMkLst>
        <pc:picChg chg="add">
          <ac:chgData name="Maaike Vercauteren" userId="ebf6c57b-443c-4492-b592-ebdccbd79b0c" providerId="ADAL" clId="{6C085BFB-8188-41C0-9F99-678D7B597D20}" dt="2025-03-06T08:56:26.678" v="142"/>
          <ac:picMkLst>
            <pc:docMk/>
            <pc:sldMk cId="4105410793" sldId="271"/>
            <ac:picMk id="4" creationId="{61A932BF-2F1A-E0E4-017A-11E5A4946EB1}"/>
          </ac:picMkLst>
        </pc:picChg>
      </pc:sldChg>
      <pc:sldChg chg="modSp new mod">
        <pc:chgData name="Maaike Vercauteren" userId="ebf6c57b-443c-4492-b592-ebdccbd79b0c" providerId="ADAL" clId="{6C085BFB-8188-41C0-9F99-678D7B597D20}" dt="2025-03-24T16:32:30.572" v="182" actId="20577"/>
        <pc:sldMkLst>
          <pc:docMk/>
          <pc:sldMk cId="2901655223" sldId="272"/>
        </pc:sldMkLst>
        <pc:spChg chg="mod">
          <ac:chgData name="Maaike Vercauteren" userId="ebf6c57b-443c-4492-b592-ebdccbd79b0c" providerId="ADAL" clId="{6C085BFB-8188-41C0-9F99-678D7B597D20}" dt="2025-03-24T16:32:30.572" v="182" actId="20577"/>
          <ac:spMkLst>
            <pc:docMk/>
            <pc:sldMk cId="2901655223" sldId="272"/>
            <ac:spMk id="2" creationId="{B88CE779-0998-79CA-DA43-205F555DE38F}"/>
          </ac:spMkLst>
        </pc:spChg>
      </pc:sldChg>
      <pc:sldChg chg="addSp new">
        <pc:chgData name="Maaike Vercauteren" userId="ebf6c57b-443c-4492-b592-ebdccbd79b0c" providerId="ADAL" clId="{6C085BFB-8188-41C0-9F99-678D7B597D20}" dt="2025-03-24T16:39:21.716" v="185"/>
        <pc:sldMkLst>
          <pc:docMk/>
          <pc:sldMk cId="1017550823" sldId="273"/>
        </pc:sldMkLst>
        <pc:spChg chg="add">
          <ac:chgData name="Maaike Vercauteren" userId="ebf6c57b-443c-4492-b592-ebdccbd79b0c" providerId="ADAL" clId="{6C085BFB-8188-41C0-9F99-678D7B597D20}" dt="2025-03-24T16:39:19.550" v="184"/>
          <ac:spMkLst>
            <pc:docMk/>
            <pc:sldMk cId="1017550823" sldId="273"/>
            <ac:spMk id="2" creationId="{40EAA3F3-5CFD-F5BA-0104-2259FF64E40A}"/>
          </ac:spMkLst>
        </pc:spChg>
        <pc:picChg chg="add">
          <ac:chgData name="Maaike Vercauteren" userId="ebf6c57b-443c-4492-b592-ebdccbd79b0c" providerId="ADAL" clId="{6C085BFB-8188-41C0-9F99-678D7B597D20}" dt="2025-03-24T16:39:21.716" v="185"/>
          <ac:picMkLst>
            <pc:docMk/>
            <pc:sldMk cId="1017550823" sldId="273"/>
            <ac:picMk id="3" creationId="{E4635759-54DB-9D45-1F9B-ED578C4A50AE}"/>
          </ac:picMkLst>
        </pc:picChg>
      </pc:sldChg>
      <pc:sldChg chg="addSp new">
        <pc:chgData name="Maaike Vercauteren" userId="ebf6c57b-443c-4492-b592-ebdccbd79b0c" providerId="ADAL" clId="{6C085BFB-8188-41C0-9F99-678D7B597D20}" dt="2025-03-24T16:44:01.018" v="188"/>
        <pc:sldMkLst>
          <pc:docMk/>
          <pc:sldMk cId="3367009107" sldId="274"/>
        </pc:sldMkLst>
        <pc:picChg chg="add">
          <ac:chgData name="Maaike Vercauteren" userId="ebf6c57b-443c-4492-b592-ebdccbd79b0c" providerId="ADAL" clId="{6C085BFB-8188-41C0-9F99-678D7B597D20}" dt="2025-03-24T16:44:01.018" v="188"/>
          <ac:picMkLst>
            <pc:docMk/>
            <pc:sldMk cId="3367009107" sldId="274"/>
            <ac:picMk id="2" creationId="{F79C3D27-8396-9D3C-A8DC-F53A6448442A}"/>
          </ac:picMkLst>
        </pc:picChg>
      </pc:sldChg>
      <pc:sldChg chg="addSp modSp new mod">
        <pc:chgData name="Maaike Vercauteren" userId="ebf6c57b-443c-4492-b592-ebdccbd79b0c" providerId="ADAL" clId="{6C085BFB-8188-41C0-9F99-678D7B597D20}" dt="2025-03-26T11:46:32.148" v="230" actId="732"/>
        <pc:sldMkLst>
          <pc:docMk/>
          <pc:sldMk cId="3642722863" sldId="275"/>
        </pc:sldMkLst>
        <pc:picChg chg="add mod modCrop">
          <ac:chgData name="Maaike Vercauteren" userId="ebf6c57b-443c-4492-b592-ebdccbd79b0c" providerId="ADAL" clId="{6C085BFB-8188-41C0-9F99-678D7B597D20}" dt="2025-03-26T11:46:32.148" v="230" actId="732"/>
          <ac:picMkLst>
            <pc:docMk/>
            <pc:sldMk cId="3642722863" sldId="275"/>
            <ac:picMk id="2" creationId="{843C835B-8BD7-4C3D-FB20-7BB07BD79C1F}"/>
          </ac:picMkLst>
        </pc:picChg>
      </pc:sldChg>
      <pc:sldChg chg="addSp new modNotesTx">
        <pc:chgData name="Maaike Vercauteren" userId="ebf6c57b-443c-4492-b592-ebdccbd79b0c" providerId="ADAL" clId="{6C085BFB-8188-41C0-9F99-678D7B597D20}" dt="2025-03-26T11:31:43.176" v="202" actId="20577"/>
        <pc:sldMkLst>
          <pc:docMk/>
          <pc:sldMk cId="3383698100" sldId="276"/>
        </pc:sldMkLst>
        <pc:picChg chg="add">
          <ac:chgData name="Maaike Vercauteren" userId="ebf6c57b-443c-4492-b592-ebdccbd79b0c" providerId="ADAL" clId="{6C085BFB-8188-41C0-9F99-678D7B597D20}" dt="2025-03-26T11:31:40.056" v="192"/>
          <ac:picMkLst>
            <pc:docMk/>
            <pc:sldMk cId="3383698100" sldId="276"/>
            <ac:picMk id="2" creationId="{9C7BCDBC-0CB1-E433-469B-3CAADD740DEC}"/>
          </ac:picMkLst>
        </pc:picChg>
      </pc:sldChg>
      <pc:sldChg chg="addSp new modNotesTx">
        <pc:chgData name="Maaike Vercauteren" userId="ebf6c57b-443c-4492-b592-ebdccbd79b0c" providerId="ADAL" clId="{6C085BFB-8188-41C0-9F99-678D7B597D20}" dt="2025-03-26T11:31:56.634" v="213" actId="20577"/>
        <pc:sldMkLst>
          <pc:docMk/>
          <pc:sldMk cId="2982277789" sldId="277"/>
        </pc:sldMkLst>
        <pc:picChg chg="add">
          <ac:chgData name="Maaike Vercauteren" userId="ebf6c57b-443c-4492-b592-ebdccbd79b0c" providerId="ADAL" clId="{6C085BFB-8188-41C0-9F99-678D7B597D20}" dt="2025-03-26T11:31:53.229" v="204"/>
          <ac:picMkLst>
            <pc:docMk/>
            <pc:sldMk cId="2982277789" sldId="277"/>
            <ac:picMk id="2" creationId="{B0A7E23D-8116-4DA5-BD13-D1568B22F60F}"/>
          </ac:picMkLst>
        </pc:picChg>
      </pc:sldChg>
      <pc:sldChg chg="addSp delSp modSp new mod">
        <pc:chgData name="Maaike Vercauteren" userId="ebf6c57b-443c-4492-b592-ebdccbd79b0c" providerId="ADAL" clId="{6C085BFB-8188-41C0-9F99-678D7B597D20}" dt="2025-03-26T11:50:42.645" v="296" actId="164"/>
        <pc:sldMkLst>
          <pc:docMk/>
          <pc:sldMk cId="3827089126" sldId="278"/>
        </pc:sldMkLst>
        <pc:spChg chg="add mod">
          <ac:chgData name="Maaike Vercauteren" userId="ebf6c57b-443c-4492-b592-ebdccbd79b0c" providerId="ADAL" clId="{6C085BFB-8188-41C0-9F99-678D7B597D20}" dt="2025-03-26T11:50:42.645" v="296" actId="164"/>
          <ac:spMkLst>
            <pc:docMk/>
            <pc:sldMk cId="3827089126" sldId="278"/>
            <ac:spMk id="10" creationId="{E9B9654C-E601-C668-0764-A1537B14D2AB}"/>
          </ac:spMkLst>
        </pc:spChg>
        <pc:spChg chg="add mod">
          <ac:chgData name="Maaike Vercauteren" userId="ebf6c57b-443c-4492-b592-ebdccbd79b0c" providerId="ADAL" clId="{6C085BFB-8188-41C0-9F99-678D7B597D20}" dt="2025-03-26T11:50:42.645" v="296" actId="164"/>
          <ac:spMkLst>
            <pc:docMk/>
            <pc:sldMk cId="3827089126" sldId="278"/>
            <ac:spMk id="11" creationId="{3C57C436-EDB7-A8DF-1A55-C38800A43750}"/>
          </ac:spMkLst>
        </pc:spChg>
        <pc:spChg chg="add mod">
          <ac:chgData name="Maaike Vercauteren" userId="ebf6c57b-443c-4492-b592-ebdccbd79b0c" providerId="ADAL" clId="{6C085BFB-8188-41C0-9F99-678D7B597D20}" dt="2025-03-26T11:50:42.645" v="296" actId="164"/>
          <ac:spMkLst>
            <pc:docMk/>
            <pc:sldMk cId="3827089126" sldId="278"/>
            <ac:spMk id="12" creationId="{CB6C43D3-BD26-F01D-B04E-1244A1C871B2}"/>
          </ac:spMkLst>
        </pc:spChg>
        <pc:spChg chg="add mod">
          <ac:chgData name="Maaike Vercauteren" userId="ebf6c57b-443c-4492-b592-ebdccbd79b0c" providerId="ADAL" clId="{6C085BFB-8188-41C0-9F99-678D7B597D20}" dt="2025-03-26T11:50:42.645" v="296" actId="164"/>
          <ac:spMkLst>
            <pc:docMk/>
            <pc:sldMk cId="3827089126" sldId="278"/>
            <ac:spMk id="13" creationId="{3023AC3F-4C93-5029-F803-26FBBBDB1FF0}"/>
          </ac:spMkLst>
        </pc:spChg>
        <pc:spChg chg="add mod">
          <ac:chgData name="Maaike Vercauteren" userId="ebf6c57b-443c-4492-b592-ebdccbd79b0c" providerId="ADAL" clId="{6C085BFB-8188-41C0-9F99-678D7B597D20}" dt="2025-03-26T11:50:42.645" v="296" actId="164"/>
          <ac:spMkLst>
            <pc:docMk/>
            <pc:sldMk cId="3827089126" sldId="278"/>
            <ac:spMk id="14" creationId="{710E39F1-4D2C-BECD-B45F-30EAA109107F}"/>
          </ac:spMkLst>
        </pc:spChg>
        <pc:spChg chg="add mod">
          <ac:chgData name="Maaike Vercauteren" userId="ebf6c57b-443c-4492-b592-ebdccbd79b0c" providerId="ADAL" clId="{6C085BFB-8188-41C0-9F99-678D7B597D20}" dt="2025-03-26T11:50:42.645" v="296" actId="164"/>
          <ac:spMkLst>
            <pc:docMk/>
            <pc:sldMk cId="3827089126" sldId="278"/>
            <ac:spMk id="15" creationId="{B8280DDD-CDE4-4E32-9205-775ADE0BD713}"/>
          </ac:spMkLst>
        </pc:spChg>
        <pc:grpChg chg="add mod">
          <ac:chgData name="Maaike Vercauteren" userId="ebf6c57b-443c-4492-b592-ebdccbd79b0c" providerId="ADAL" clId="{6C085BFB-8188-41C0-9F99-678D7B597D20}" dt="2025-03-26T11:48:17.340" v="259" actId="164"/>
          <ac:grpSpMkLst>
            <pc:docMk/>
            <pc:sldMk cId="3827089126" sldId="278"/>
            <ac:grpSpMk id="4" creationId="{13E83B2D-2379-A4A0-E999-4BD95C33113E}"/>
          </ac:grpSpMkLst>
        </pc:grpChg>
        <pc:grpChg chg="add mod">
          <ac:chgData name="Maaike Vercauteren" userId="ebf6c57b-443c-4492-b592-ebdccbd79b0c" providerId="ADAL" clId="{6C085BFB-8188-41C0-9F99-678D7B597D20}" dt="2025-03-26T11:50:42.645" v="296" actId="164"/>
          <ac:grpSpMkLst>
            <pc:docMk/>
            <pc:sldMk cId="3827089126" sldId="278"/>
            <ac:grpSpMk id="8" creationId="{C1B0D54A-6A01-7479-558C-DD08982961AF}"/>
          </ac:grpSpMkLst>
        </pc:grpChg>
        <pc:grpChg chg="add mod">
          <ac:chgData name="Maaike Vercauteren" userId="ebf6c57b-443c-4492-b592-ebdccbd79b0c" providerId="ADAL" clId="{6C085BFB-8188-41C0-9F99-678D7B597D20}" dt="2025-03-26T11:50:42.645" v="296" actId="164"/>
          <ac:grpSpMkLst>
            <pc:docMk/>
            <pc:sldMk cId="3827089126" sldId="278"/>
            <ac:grpSpMk id="16" creationId="{A50099FE-A2EA-F208-C09C-8EF90140C885}"/>
          </ac:grpSpMkLst>
        </pc:grpChg>
        <pc:picChg chg="add mod modCrop">
          <ac:chgData name="Maaike Vercauteren" userId="ebf6c57b-443c-4492-b592-ebdccbd79b0c" providerId="ADAL" clId="{6C085BFB-8188-41C0-9F99-678D7B597D20}" dt="2025-03-26T11:46:36.243" v="232" actId="14100"/>
          <ac:picMkLst>
            <pc:docMk/>
            <pc:sldMk cId="3827089126" sldId="278"/>
            <ac:picMk id="2" creationId="{CDC66E1A-9662-0ED9-F07E-A0CAEDE935A6}"/>
          </ac:picMkLst>
        </pc:picChg>
        <pc:picChg chg="add mod modCrop">
          <ac:chgData name="Maaike Vercauteren" userId="ebf6c57b-443c-4492-b592-ebdccbd79b0c" providerId="ADAL" clId="{6C085BFB-8188-41C0-9F99-678D7B597D20}" dt="2025-03-26T11:45:41.315" v="227" actId="164"/>
          <ac:picMkLst>
            <pc:docMk/>
            <pc:sldMk cId="3827089126" sldId="278"/>
            <ac:picMk id="3" creationId="{2C111F46-1F72-FBB1-4EBE-B207D718ED2E}"/>
          </ac:picMkLst>
        </pc:picChg>
        <pc:picChg chg="add mod modCrop">
          <ac:chgData name="Maaike Vercauteren" userId="ebf6c57b-443c-4492-b592-ebdccbd79b0c" providerId="ADAL" clId="{6C085BFB-8188-41C0-9F99-678D7B597D20}" dt="2025-03-26T11:48:17.340" v="259" actId="164"/>
          <ac:picMkLst>
            <pc:docMk/>
            <pc:sldMk cId="3827089126" sldId="278"/>
            <ac:picMk id="5" creationId="{1A8F3A03-751A-92C3-22AB-BDC5E46E82A1}"/>
          </ac:picMkLst>
        </pc:picChg>
        <pc:picChg chg="add mod modCrop">
          <ac:chgData name="Maaike Vercauteren" userId="ebf6c57b-443c-4492-b592-ebdccbd79b0c" providerId="ADAL" clId="{6C085BFB-8188-41C0-9F99-678D7B597D20}" dt="2025-03-26T11:48:17.340" v="259" actId="164"/>
          <ac:picMkLst>
            <pc:docMk/>
            <pc:sldMk cId="3827089126" sldId="278"/>
            <ac:picMk id="6" creationId="{24C225C3-A78E-588C-A466-04706D4B4719}"/>
          </ac:picMkLst>
        </pc:picChg>
        <pc:picChg chg="add mod modCrop">
          <ac:chgData name="Maaike Vercauteren" userId="ebf6c57b-443c-4492-b592-ebdccbd79b0c" providerId="ADAL" clId="{6C085BFB-8188-41C0-9F99-678D7B597D20}" dt="2025-03-26T11:48:17.340" v="259" actId="164"/>
          <ac:picMkLst>
            <pc:docMk/>
            <pc:sldMk cId="3827089126" sldId="278"/>
            <ac:picMk id="7" creationId="{A4E4F849-9F86-BFC8-2777-64559E70A4C1}"/>
          </ac:picMkLst>
        </pc:picChg>
      </pc:sldChg>
      <pc:sldChg chg="addSp modSp new mod modNotesTx">
        <pc:chgData name="Maaike Vercauteren" userId="ebf6c57b-443c-4492-b592-ebdccbd79b0c" providerId="ADAL" clId="{6C085BFB-8188-41C0-9F99-678D7B597D20}" dt="2025-04-01T14:00:11.876" v="524" actId="14826"/>
        <pc:sldMkLst>
          <pc:docMk/>
          <pc:sldMk cId="3309135196" sldId="279"/>
        </pc:sldMkLst>
        <pc:picChg chg="add mod">
          <ac:chgData name="Maaike Vercauteren" userId="ebf6c57b-443c-4492-b592-ebdccbd79b0c" providerId="ADAL" clId="{6C085BFB-8188-41C0-9F99-678D7B597D20}" dt="2025-04-01T14:00:11.876" v="524" actId="14826"/>
          <ac:picMkLst>
            <pc:docMk/>
            <pc:sldMk cId="3309135196" sldId="279"/>
            <ac:picMk id="2" creationId="{4C1EAA87-9E8C-A954-61B6-E44EDB570F56}"/>
          </ac:picMkLst>
        </pc:picChg>
      </pc:sldChg>
      <pc:sldChg chg="addSp delSp new mod ord modClrScheme chgLayout">
        <pc:chgData name="Maaike Vercauteren" userId="ebf6c57b-443c-4492-b592-ebdccbd79b0c" providerId="ADAL" clId="{6C085BFB-8188-41C0-9F99-678D7B597D20}" dt="2025-04-01T13:03:21.471" v="331"/>
        <pc:sldMkLst>
          <pc:docMk/>
          <pc:sldMk cId="2160086040" sldId="280"/>
        </pc:sldMkLst>
        <pc:picChg chg="add">
          <ac:chgData name="Maaike Vercauteren" userId="ebf6c57b-443c-4492-b592-ebdccbd79b0c" providerId="ADAL" clId="{6C085BFB-8188-41C0-9F99-678D7B597D20}" dt="2025-03-26T14:06:45.128" v="324"/>
          <ac:picMkLst>
            <pc:docMk/>
            <pc:sldMk cId="2160086040" sldId="280"/>
            <ac:picMk id="4" creationId="{3D696133-EBD6-16AC-7D1B-D137C2A8D6CD}"/>
          </ac:picMkLst>
        </pc:picChg>
      </pc:sldChg>
      <pc:sldChg chg="addSp delSp new mod ord modClrScheme chgLayout">
        <pc:chgData name="Maaike Vercauteren" userId="ebf6c57b-443c-4492-b592-ebdccbd79b0c" providerId="ADAL" clId="{6C085BFB-8188-41C0-9F99-678D7B597D20}" dt="2025-04-01T15:21:47.160" v="568"/>
        <pc:sldMkLst>
          <pc:docMk/>
          <pc:sldMk cId="3035554453" sldId="281"/>
        </pc:sldMkLst>
        <pc:picChg chg="add">
          <ac:chgData name="Maaike Vercauteren" userId="ebf6c57b-443c-4492-b592-ebdccbd79b0c" providerId="ADAL" clId="{6C085BFB-8188-41C0-9F99-678D7B597D20}" dt="2025-03-26T14:41:53.490" v="327"/>
          <ac:picMkLst>
            <pc:docMk/>
            <pc:sldMk cId="3035554453" sldId="281"/>
            <ac:picMk id="4" creationId="{0F865C4A-CB7A-EEE7-5F46-6119BBE075EA}"/>
          </ac:picMkLst>
        </pc:picChg>
      </pc:sldChg>
      <pc:sldChg chg="addSp new">
        <pc:chgData name="Maaike Vercauteren" userId="ebf6c57b-443c-4492-b592-ebdccbd79b0c" providerId="ADAL" clId="{6C085BFB-8188-41C0-9F99-678D7B597D20}" dt="2025-03-26T14:55:42.787" v="329"/>
        <pc:sldMkLst>
          <pc:docMk/>
          <pc:sldMk cId="653595572" sldId="282"/>
        </pc:sldMkLst>
        <pc:picChg chg="add">
          <ac:chgData name="Maaike Vercauteren" userId="ebf6c57b-443c-4492-b592-ebdccbd79b0c" providerId="ADAL" clId="{6C085BFB-8188-41C0-9F99-678D7B597D20}" dt="2025-03-26T14:55:42.787" v="329"/>
          <ac:picMkLst>
            <pc:docMk/>
            <pc:sldMk cId="653595572" sldId="282"/>
            <ac:picMk id="2" creationId="{B4E2DA13-59D0-ACBC-9CE0-DFFCD1F948FA}"/>
          </ac:picMkLst>
        </pc:picChg>
      </pc:sldChg>
      <pc:sldChg chg="addSp delSp modSp new del mod">
        <pc:chgData name="Maaike Vercauteren" userId="ebf6c57b-443c-4492-b592-ebdccbd79b0c" providerId="ADAL" clId="{6C085BFB-8188-41C0-9F99-678D7B597D20}" dt="2025-04-01T13:34:01.513" v="519" actId="47"/>
        <pc:sldMkLst>
          <pc:docMk/>
          <pc:sldMk cId="2937415096" sldId="283"/>
        </pc:sldMkLst>
        <pc:spChg chg="add mod">
          <ac:chgData name="Maaike Vercauteren" userId="ebf6c57b-443c-4492-b592-ebdccbd79b0c" providerId="ADAL" clId="{6C085BFB-8188-41C0-9F99-678D7B597D20}" dt="2025-04-01T13:16:28.452" v="390" actId="207"/>
          <ac:spMkLst>
            <pc:docMk/>
            <pc:sldMk cId="2937415096" sldId="283"/>
            <ac:spMk id="3" creationId="{3781A071-ADC2-1FBB-4297-B9627C653185}"/>
          </ac:spMkLst>
        </pc:spChg>
        <pc:spChg chg="add mod">
          <ac:chgData name="Maaike Vercauteren" userId="ebf6c57b-443c-4492-b592-ebdccbd79b0c" providerId="ADAL" clId="{6C085BFB-8188-41C0-9F99-678D7B597D20}" dt="2025-04-01T13:22:26.705" v="400" actId="1076"/>
          <ac:spMkLst>
            <pc:docMk/>
            <pc:sldMk cId="2937415096" sldId="283"/>
            <ac:spMk id="4" creationId="{9D20A2A0-EEF2-10FC-AB7A-14C7A022E016}"/>
          </ac:spMkLst>
        </pc:spChg>
        <pc:spChg chg="add mod">
          <ac:chgData name="Maaike Vercauteren" userId="ebf6c57b-443c-4492-b592-ebdccbd79b0c" providerId="ADAL" clId="{6C085BFB-8188-41C0-9F99-678D7B597D20}" dt="2025-04-01T13:16:28.452" v="390" actId="207"/>
          <ac:spMkLst>
            <pc:docMk/>
            <pc:sldMk cId="2937415096" sldId="283"/>
            <ac:spMk id="5" creationId="{A84309BD-2516-4275-F9D2-DB8506304C1C}"/>
          </ac:spMkLst>
        </pc:spChg>
        <pc:spChg chg="add del mod">
          <ac:chgData name="Maaike Vercauteren" userId="ebf6c57b-443c-4492-b592-ebdccbd79b0c" providerId="ADAL" clId="{6C085BFB-8188-41C0-9F99-678D7B597D20}" dt="2025-04-01T13:27:03.152" v="440" actId="478"/>
          <ac:spMkLst>
            <pc:docMk/>
            <pc:sldMk cId="2937415096" sldId="283"/>
            <ac:spMk id="6" creationId="{BF5460FC-BB20-BB95-3115-1F0F1D6EE44D}"/>
          </ac:spMkLst>
        </pc:spChg>
        <pc:spChg chg="add del mod">
          <ac:chgData name="Maaike Vercauteren" userId="ebf6c57b-443c-4492-b592-ebdccbd79b0c" providerId="ADAL" clId="{6C085BFB-8188-41C0-9F99-678D7B597D20}" dt="2025-04-01T13:27:03.666" v="441" actId="478"/>
          <ac:spMkLst>
            <pc:docMk/>
            <pc:sldMk cId="2937415096" sldId="283"/>
            <ac:spMk id="7" creationId="{CDA81DF2-6793-A83F-66AF-8E15FA6F0881}"/>
          </ac:spMkLst>
        </pc:spChg>
        <pc:spChg chg="add del mod">
          <ac:chgData name="Maaike Vercauteren" userId="ebf6c57b-443c-4492-b592-ebdccbd79b0c" providerId="ADAL" clId="{6C085BFB-8188-41C0-9F99-678D7B597D20}" dt="2025-04-01T13:27:02.626" v="439" actId="478"/>
          <ac:spMkLst>
            <pc:docMk/>
            <pc:sldMk cId="2937415096" sldId="283"/>
            <ac:spMk id="8" creationId="{6BB0EF97-D094-FDA0-EB62-BD6D72CCAA53}"/>
          </ac:spMkLst>
        </pc:spChg>
        <pc:spChg chg="add mod">
          <ac:chgData name="Maaike Vercauteren" userId="ebf6c57b-443c-4492-b592-ebdccbd79b0c" providerId="ADAL" clId="{6C085BFB-8188-41C0-9F99-678D7B597D20}" dt="2025-04-01T13:23:23.225" v="418" actId="14100"/>
          <ac:spMkLst>
            <pc:docMk/>
            <pc:sldMk cId="2937415096" sldId="283"/>
            <ac:spMk id="9" creationId="{C9460854-2F95-92AA-FAA2-805D08B7F724}"/>
          </ac:spMkLst>
        </pc:spChg>
        <pc:spChg chg="mod">
          <ac:chgData name="Maaike Vercauteren" userId="ebf6c57b-443c-4492-b592-ebdccbd79b0c" providerId="ADAL" clId="{6C085BFB-8188-41C0-9F99-678D7B597D20}" dt="2025-04-01T13:24:11.897" v="429" actId="1076"/>
          <ac:spMkLst>
            <pc:docMk/>
            <pc:sldMk cId="2937415096" sldId="283"/>
            <ac:spMk id="10" creationId="{102EE4FD-C139-5513-FCD8-05891C2B9EC9}"/>
          </ac:spMkLst>
        </pc:spChg>
        <pc:spChg chg="add mod">
          <ac:chgData name="Maaike Vercauteren" userId="ebf6c57b-443c-4492-b592-ebdccbd79b0c" providerId="ADAL" clId="{6C085BFB-8188-41C0-9F99-678D7B597D20}" dt="2025-04-01T13:23:52.241" v="425" actId="1076"/>
          <ac:spMkLst>
            <pc:docMk/>
            <pc:sldMk cId="2937415096" sldId="283"/>
            <ac:spMk id="11" creationId="{35210764-46A1-4BEC-AF4C-6F0C4D9EAAAA}"/>
          </ac:spMkLst>
        </pc:spChg>
        <pc:spChg chg="add mod">
          <ac:chgData name="Maaike Vercauteren" userId="ebf6c57b-443c-4492-b592-ebdccbd79b0c" providerId="ADAL" clId="{6C085BFB-8188-41C0-9F99-678D7B597D20}" dt="2025-04-01T13:23:56.178" v="426" actId="1076"/>
          <ac:spMkLst>
            <pc:docMk/>
            <pc:sldMk cId="2937415096" sldId="283"/>
            <ac:spMk id="12" creationId="{3A33CA87-03C6-B843-7D3F-105AD4817EB1}"/>
          </ac:spMkLst>
        </pc:spChg>
        <pc:spChg chg="add mod">
          <ac:chgData name="Maaike Vercauteren" userId="ebf6c57b-443c-4492-b592-ebdccbd79b0c" providerId="ADAL" clId="{6C085BFB-8188-41C0-9F99-678D7B597D20}" dt="2025-04-01T13:24:03.185" v="427" actId="1076"/>
          <ac:spMkLst>
            <pc:docMk/>
            <pc:sldMk cId="2937415096" sldId="283"/>
            <ac:spMk id="13" creationId="{837C3C52-3E9C-E6C4-3947-996BB3B47F7D}"/>
          </ac:spMkLst>
        </pc:spChg>
        <pc:spChg chg="add mod">
          <ac:chgData name="Maaike Vercauteren" userId="ebf6c57b-443c-4492-b592-ebdccbd79b0c" providerId="ADAL" clId="{6C085BFB-8188-41C0-9F99-678D7B597D20}" dt="2025-04-01T13:22:14.874" v="397" actId="14100"/>
          <ac:spMkLst>
            <pc:docMk/>
            <pc:sldMk cId="2937415096" sldId="283"/>
            <ac:spMk id="14" creationId="{49643106-2787-CB93-8335-6D2625615D81}"/>
          </ac:spMkLst>
        </pc:spChg>
        <pc:spChg chg="add mod">
          <ac:chgData name="Maaike Vercauteren" userId="ebf6c57b-443c-4492-b592-ebdccbd79b0c" providerId="ADAL" clId="{6C085BFB-8188-41C0-9F99-678D7B597D20}" dt="2025-04-01T13:22:23.050" v="399" actId="14100"/>
          <ac:spMkLst>
            <pc:docMk/>
            <pc:sldMk cId="2937415096" sldId="283"/>
            <ac:spMk id="15" creationId="{8D7F08DA-C5CE-9807-0060-C34375F70428}"/>
          </ac:spMkLst>
        </pc:spChg>
        <pc:spChg chg="add mod">
          <ac:chgData name="Maaike Vercauteren" userId="ebf6c57b-443c-4492-b592-ebdccbd79b0c" providerId="ADAL" clId="{6C085BFB-8188-41C0-9F99-678D7B597D20}" dt="2025-04-01T13:22:34.865" v="403" actId="1076"/>
          <ac:spMkLst>
            <pc:docMk/>
            <pc:sldMk cId="2937415096" sldId="283"/>
            <ac:spMk id="16" creationId="{D5B57519-BACE-1150-B39F-0EBF214638B8}"/>
          </ac:spMkLst>
        </pc:spChg>
        <pc:spChg chg="add mod">
          <ac:chgData name="Maaike Vercauteren" userId="ebf6c57b-443c-4492-b592-ebdccbd79b0c" providerId="ADAL" clId="{6C085BFB-8188-41C0-9F99-678D7B597D20}" dt="2025-04-01T13:23:34.441" v="421" actId="14100"/>
          <ac:spMkLst>
            <pc:docMk/>
            <pc:sldMk cId="2937415096" sldId="283"/>
            <ac:spMk id="17" creationId="{6BE597C6-7E8A-A49E-2DA7-C5F525E5EE28}"/>
          </ac:spMkLst>
        </pc:spChg>
        <pc:spChg chg="add mod">
          <ac:chgData name="Maaike Vercauteren" userId="ebf6c57b-443c-4492-b592-ebdccbd79b0c" providerId="ADAL" clId="{6C085BFB-8188-41C0-9F99-678D7B597D20}" dt="2025-04-01T13:24:06.721" v="428" actId="1076"/>
          <ac:spMkLst>
            <pc:docMk/>
            <pc:sldMk cId="2937415096" sldId="283"/>
            <ac:spMk id="18" creationId="{3D79DF73-56ED-09DE-90DB-8797362603B1}"/>
          </ac:spMkLst>
        </pc:spChg>
        <pc:picChg chg="add mod">
          <ac:chgData name="Maaike Vercauteren" userId="ebf6c57b-443c-4492-b592-ebdccbd79b0c" providerId="ADAL" clId="{6C085BFB-8188-41C0-9F99-678D7B597D20}" dt="2025-04-01T13:23:09.174" v="415" actId="1076"/>
          <ac:picMkLst>
            <pc:docMk/>
            <pc:sldMk cId="2937415096" sldId="283"/>
            <ac:picMk id="2" creationId="{FBF857BE-41DC-AD83-0F1B-61B4171B4AFE}"/>
          </ac:picMkLst>
        </pc:picChg>
      </pc:sldChg>
      <pc:sldChg chg="addSp delSp modSp new mod">
        <pc:chgData name="Maaike Vercauteren" userId="ebf6c57b-443c-4492-b592-ebdccbd79b0c" providerId="ADAL" clId="{6C085BFB-8188-41C0-9F99-678D7B597D20}" dt="2025-04-01T13:30:17.873" v="471" actId="732"/>
        <pc:sldMkLst>
          <pc:docMk/>
          <pc:sldMk cId="112412351" sldId="284"/>
        </pc:sldMkLst>
        <pc:picChg chg="add del mod">
          <ac:chgData name="Maaike Vercauteren" userId="ebf6c57b-443c-4492-b592-ebdccbd79b0c" providerId="ADAL" clId="{6C085BFB-8188-41C0-9F99-678D7B597D20}" dt="2025-04-01T13:29:47.471" v="466" actId="478"/>
          <ac:picMkLst>
            <pc:docMk/>
            <pc:sldMk cId="112412351" sldId="284"/>
            <ac:picMk id="2" creationId="{DAD27DD4-CD53-686D-DE10-8D7F290623EE}"/>
          </ac:picMkLst>
        </pc:picChg>
        <pc:picChg chg="add mod modCrop">
          <ac:chgData name="Maaike Vercauteren" userId="ebf6c57b-443c-4492-b592-ebdccbd79b0c" providerId="ADAL" clId="{6C085BFB-8188-41C0-9F99-678D7B597D20}" dt="2025-04-01T13:30:17.873" v="471" actId="732"/>
          <ac:picMkLst>
            <pc:docMk/>
            <pc:sldMk cId="112412351" sldId="284"/>
            <ac:picMk id="3" creationId="{02E0D670-4338-EC0A-EB80-19D7F95A851E}"/>
          </ac:picMkLst>
        </pc:picChg>
      </pc:sldChg>
      <pc:sldChg chg="addSp delSp modSp new mod">
        <pc:chgData name="Maaike Vercauteren" userId="ebf6c57b-443c-4492-b592-ebdccbd79b0c" providerId="ADAL" clId="{6C085BFB-8188-41C0-9F99-678D7B597D20}" dt="2025-04-01T13:30:46.046" v="478"/>
        <pc:sldMkLst>
          <pc:docMk/>
          <pc:sldMk cId="2770299113" sldId="285"/>
        </pc:sldMkLst>
        <pc:picChg chg="add del mod">
          <ac:chgData name="Maaike Vercauteren" userId="ebf6c57b-443c-4492-b592-ebdccbd79b0c" providerId="ADAL" clId="{6C085BFB-8188-41C0-9F99-678D7B597D20}" dt="2025-04-01T13:25:51.467" v="431" actId="478"/>
          <ac:picMkLst>
            <pc:docMk/>
            <pc:sldMk cId="2770299113" sldId="285"/>
            <ac:picMk id="2" creationId="{B7F2CED5-82E2-B38C-939D-1263488F32EB}"/>
          </ac:picMkLst>
        </pc:picChg>
        <pc:picChg chg="add del mod modCrop">
          <ac:chgData name="Maaike Vercauteren" userId="ebf6c57b-443c-4492-b592-ebdccbd79b0c" providerId="ADAL" clId="{6C085BFB-8188-41C0-9F99-678D7B597D20}" dt="2025-04-01T13:29:36.627" v="462" actId="478"/>
          <ac:picMkLst>
            <pc:docMk/>
            <pc:sldMk cId="2770299113" sldId="285"/>
            <ac:picMk id="3" creationId="{192AE635-75E0-C1D3-1E22-180810A86E0D}"/>
          </ac:picMkLst>
        </pc:picChg>
        <pc:picChg chg="add mod">
          <ac:chgData name="Maaike Vercauteren" userId="ebf6c57b-443c-4492-b592-ebdccbd79b0c" providerId="ADAL" clId="{6C085BFB-8188-41C0-9F99-678D7B597D20}" dt="2025-04-01T13:29:44.378" v="465" actId="1076"/>
          <ac:picMkLst>
            <pc:docMk/>
            <pc:sldMk cId="2770299113" sldId="285"/>
            <ac:picMk id="4" creationId="{5C1B2AF7-BAEB-890F-A2DF-EC15C885BA3F}"/>
          </ac:picMkLst>
        </pc:picChg>
        <pc:picChg chg="add mod">
          <ac:chgData name="Maaike Vercauteren" userId="ebf6c57b-443c-4492-b592-ebdccbd79b0c" providerId="ADAL" clId="{6C085BFB-8188-41C0-9F99-678D7B597D20}" dt="2025-04-01T13:30:46.046" v="478"/>
          <ac:picMkLst>
            <pc:docMk/>
            <pc:sldMk cId="2770299113" sldId="285"/>
            <ac:picMk id="5" creationId="{24197221-D913-CAB0-6C35-FB5D50B5533E}"/>
          </ac:picMkLst>
        </pc:picChg>
      </pc:sldChg>
      <pc:sldChg chg="addSp delSp modSp add mod">
        <pc:chgData name="Maaike Vercauteren" userId="ebf6c57b-443c-4492-b592-ebdccbd79b0c" providerId="ADAL" clId="{6C085BFB-8188-41C0-9F99-678D7B597D20}" dt="2025-04-01T13:31:45.960" v="489" actId="164"/>
        <pc:sldMkLst>
          <pc:docMk/>
          <pc:sldMk cId="2798868901" sldId="286"/>
        </pc:sldMkLst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3" creationId="{B11E4FB1-959C-0F56-5D0E-7BDEA321F253}"/>
          </ac:spMkLst>
        </pc:spChg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4" creationId="{4DA57C90-B997-7B1D-A8C2-B81EB8D76D54}"/>
          </ac:spMkLst>
        </pc:spChg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5" creationId="{57DFCC00-AE50-143D-1DE0-F662B6401501}"/>
          </ac:spMkLst>
        </pc:spChg>
        <pc:spChg chg="del">
          <ac:chgData name="Maaike Vercauteren" userId="ebf6c57b-443c-4492-b592-ebdccbd79b0c" providerId="ADAL" clId="{6C085BFB-8188-41C0-9F99-678D7B597D20}" dt="2025-04-01T13:27:08.861" v="444" actId="478"/>
          <ac:spMkLst>
            <pc:docMk/>
            <pc:sldMk cId="2798868901" sldId="286"/>
            <ac:spMk id="6" creationId="{E1E8C312-B55F-271D-DF59-730D1963CCD8}"/>
          </ac:spMkLst>
        </pc:spChg>
        <pc:spChg chg="del">
          <ac:chgData name="Maaike Vercauteren" userId="ebf6c57b-443c-4492-b592-ebdccbd79b0c" providerId="ADAL" clId="{6C085BFB-8188-41C0-9F99-678D7B597D20}" dt="2025-04-01T13:27:07.516" v="443" actId="478"/>
          <ac:spMkLst>
            <pc:docMk/>
            <pc:sldMk cId="2798868901" sldId="286"/>
            <ac:spMk id="7" creationId="{A6787306-9CE6-6E6B-3AB5-7FD49D76BF02}"/>
          </ac:spMkLst>
        </pc:spChg>
        <pc:spChg chg="del">
          <ac:chgData name="Maaike Vercauteren" userId="ebf6c57b-443c-4492-b592-ebdccbd79b0c" providerId="ADAL" clId="{6C085BFB-8188-41C0-9F99-678D7B597D20}" dt="2025-04-01T13:27:09.685" v="445" actId="478"/>
          <ac:spMkLst>
            <pc:docMk/>
            <pc:sldMk cId="2798868901" sldId="286"/>
            <ac:spMk id="8" creationId="{5E251D36-3F17-002F-9F37-33446C5EE9BF}"/>
          </ac:spMkLst>
        </pc:spChg>
        <pc:spChg chg="del">
          <ac:chgData name="Maaike Vercauteren" userId="ebf6c57b-443c-4492-b592-ebdccbd79b0c" providerId="ADAL" clId="{6C085BFB-8188-41C0-9F99-678D7B597D20}" dt="2025-04-01T13:27:10.185" v="446" actId="478"/>
          <ac:spMkLst>
            <pc:docMk/>
            <pc:sldMk cId="2798868901" sldId="286"/>
            <ac:spMk id="9" creationId="{76571F4A-6184-6047-02C4-B417266D261B}"/>
          </ac:spMkLst>
        </pc:spChg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10" creationId="{C8EC8BB4-7EE5-5738-6D78-7E8AAA134122}"/>
          </ac:spMkLst>
        </pc:spChg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11" creationId="{43EF9C06-C110-BFF5-BB95-A915E7FC5E11}"/>
          </ac:spMkLst>
        </pc:spChg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12" creationId="{44B50A86-7D06-B7CC-9949-92BE57684153}"/>
          </ac:spMkLst>
        </pc:spChg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13" creationId="{F8A88B81-91BF-E28E-E5FE-BA16C3284CD4}"/>
          </ac:spMkLst>
        </pc:spChg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14" creationId="{3CE9E66F-B40A-9AD7-4B4D-01FDBDF59394}"/>
          </ac:spMkLst>
        </pc:spChg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15" creationId="{F63E2570-AB7A-4CD1-F501-90F0658E6723}"/>
          </ac:spMkLst>
        </pc:spChg>
        <pc:spChg chg="mod">
          <ac:chgData name="Maaike Vercauteren" userId="ebf6c57b-443c-4492-b592-ebdccbd79b0c" providerId="ADAL" clId="{6C085BFB-8188-41C0-9F99-678D7B597D20}" dt="2025-04-01T13:31:45.960" v="489" actId="164"/>
          <ac:spMkLst>
            <pc:docMk/>
            <pc:sldMk cId="2798868901" sldId="286"/>
            <ac:spMk id="16" creationId="{981C6DA1-00CF-88C7-DFC0-1D1F895BC1BD}"/>
          </ac:spMkLst>
        </pc:spChg>
        <pc:spChg chg="del">
          <ac:chgData name="Maaike Vercauteren" userId="ebf6c57b-443c-4492-b592-ebdccbd79b0c" providerId="ADAL" clId="{6C085BFB-8188-41C0-9F99-678D7B597D20}" dt="2025-04-01T13:27:13.928" v="449" actId="478"/>
          <ac:spMkLst>
            <pc:docMk/>
            <pc:sldMk cId="2798868901" sldId="286"/>
            <ac:spMk id="17" creationId="{8BE280EE-1F90-BC23-D062-8BAC8A24B479}"/>
          </ac:spMkLst>
        </pc:spChg>
        <pc:spChg chg="mod">
          <ac:chgData name="Maaike Vercauteren" userId="ebf6c57b-443c-4492-b592-ebdccbd79b0c" providerId="ADAL" clId="{6C085BFB-8188-41C0-9F99-678D7B597D20}" dt="2025-04-01T13:27:16.480" v="450" actId="1076"/>
          <ac:spMkLst>
            <pc:docMk/>
            <pc:sldMk cId="2798868901" sldId="286"/>
            <ac:spMk id="18" creationId="{3D783FF4-D7D8-AB62-2F02-76C85B71CA3E}"/>
          </ac:spMkLst>
        </pc:spChg>
        <pc:picChg chg="add del">
          <ac:chgData name="Maaike Vercauteren" userId="ebf6c57b-443c-4492-b592-ebdccbd79b0c" providerId="ADAL" clId="{6C085BFB-8188-41C0-9F99-678D7B597D20}" dt="2025-04-01T13:27:12.677" v="448" actId="478"/>
          <ac:picMkLst>
            <pc:docMk/>
            <pc:sldMk cId="2798868901" sldId="286"/>
            <ac:picMk id="2" creationId="{BC07511B-8DE3-067E-91B6-CDCC0416C99C}"/>
          </ac:picMkLst>
        </pc:picChg>
      </pc:sldChg>
      <pc:sldChg chg="addSp new">
        <pc:chgData name="Maaike Vercauteren" userId="ebf6c57b-443c-4492-b592-ebdccbd79b0c" providerId="ADAL" clId="{6C085BFB-8188-41C0-9F99-678D7B597D20}" dt="2025-04-01T13:59:34.864" v="523"/>
        <pc:sldMkLst>
          <pc:docMk/>
          <pc:sldMk cId="762415662" sldId="287"/>
        </pc:sldMkLst>
        <pc:picChg chg="add">
          <ac:chgData name="Maaike Vercauteren" userId="ebf6c57b-443c-4492-b592-ebdccbd79b0c" providerId="ADAL" clId="{6C085BFB-8188-41C0-9F99-678D7B597D20}" dt="2025-04-01T13:59:34.864" v="523"/>
          <ac:picMkLst>
            <pc:docMk/>
            <pc:sldMk cId="762415662" sldId="287"/>
            <ac:picMk id="2" creationId="{05CE09CE-1335-C1D1-C44F-8DDC3EAA9C0B}"/>
          </ac:picMkLst>
        </pc:picChg>
      </pc:sldChg>
      <pc:sldChg chg="addSp modSp new mod ord modNotesTx">
        <pc:chgData name="Maaike Vercauteren" userId="ebf6c57b-443c-4492-b592-ebdccbd79b0c" providerId="ADAL" clId="{6C085BFB-8188-41C0-9F99-678D7B597D20}" dt="2025-04-01T15:42:08.589" v="601" actId="1076"/>
        <pc:sldMkLst>
          <pc:docMk/>
          <pc:sldMk cId="4154828214" sldId="288"/>
        </pc:sldMkLst>
        <pc:picChg chg="add mod">
          <ac:chgData name="Maaike Vercauteren" userId="ebf6c57b-443c-4492-b592-ebdccbd79b0c" providerId="ADAL" clId="{6C085BFB-8188-41C0-9F99-678D7B597D20}" dt="2025-04-01T15:42:08.589" v="601" actId="1076"/>
          <ac:picMkLst>
            <pc:docMk/>
            <pc:sldMk cId="4154828214" sldId="288"/>
            <ac:picMk id="2" creationId="{72EFDD4A-887F-243B-5E13-24F379D722DD}"/>
          </ac:picMkLst>
        </pc:picChg>
      </pc:sldChg>
      <pc:sldChg chg="addSp new">
        <pc:chgData name="Maaike Vercauteren" userId="ebf6c57b-443c-4492-b592-ebdccbd79b0c" providerId="ADAL" clId="{6C085BFB-8188-41C0-9F99-678D7B597D20}" dt="2025-04-01T15:34:47.225" v="591"/>
        <pc:sldMkLst>
          <pc:docMk/>
          <pc:sldMk cId="3525278037" sldId="289"/>
        </pc:sldMkLst>
        <pc:picChg chg="add">
          <ac:chgData name="Maaike Vercauteren" userId="ebf6c57b-443c-4492-b592-ebdccbd79b0c" providerId="ADAL" clId="{6C085BFB-8188-41C0-9F99-678D7B597D20}" dt="2025-04-01T15:34:47.225" v="591"/>
          <ac:picMkLst>
            <pc:docMk/>
            <pc:sldMk cId="3525278037" sldId="289"/>
            <ac:picMk id="2" creationId="{457D987D-05E7-0BA5-03F0-7904AAB24BE2}"/>
          </ac:picMkLst>
        </pc:picChg>
      </pc:sldChg>
      <pc:sldChg chg="addSp new">
        <pc:chgData name="Maaike Vercauteren" userId="ebf6c57b-443c-4492-b592-ebdccbd79b0c" providerId="ADAL" clId="{6C085BFB-8188-41C0-9F99-678D7B597D20}" dt="2025-04-01T15:41:06.922" v="600"/>
        <pc:sldMkLst>
          <pc:docMk/>
          <pc:sldMk cId="2122976636" sldId="290"/>
        </pc:sldMkLst>
        <pc:picChg chg="add">
          <ac:chgData name="Maaike Vercauteren" userId="ebf6c57b-443c-4492-b592-ebdccbd79b0c" providerId="ADAL" clId="{6C085BFB-8188-41C0-9F99-678D7B597D20}" dt="2025-04-01T15:41:06.922" v="600"/>
          <ac:picMkLst>
            <pc:docMk/>
            <pc:sldMk cId="2122976636" sldId="290"/>
            <ac:picMk id="2" creationId="{FA5328C9-A0BC-1AC5-9004-5E23F2161BF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1A29C-9888-4C0D-AEA5-93452BD24CCF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E24283-A4F9-45EC-ADED-AA9309878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2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Scaling</a:t>
            </a:r>
            <a:r>
              <a:rPr lang="nl-BE" dirty="0"/>
              <a:t>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92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Scaling</a:t>
            </a:r>
            <a:r>
              <a:rPr lang="nl-BE" dirty="0"/>
              <a:t>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95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Scaling</a:t>
            </a:r>
            <a:r>
              <a:rPr lang="nl-BE" dirty="0"/>
              <a:t> 1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03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all</a:t>
            </a:r>
            <a:r>
              <a:rPr lang="nl-BE" dirty="0"/>
              <a:t> samples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93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74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07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Scaling</a:t>
            </a:r>
            <a:r>
              <a:rPr lang="nl-BE" dirty="0"/>
              <a:t>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11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Scaling1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05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Scaling</a:t>
            </a:r>
            <a:r>
              <a:rPr lang="nl-BE" dirty="0"/>
              <a:t>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4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Scaling</a:t>
            </a:r>
            <a:r>
              <a:rPr lang="nl-BE" dirty="0"/>
              <a:t>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E24283-A4F9-45EC-ADED-AA9309878B6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7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E990-009D-B9EF-FD53-2DB448E41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ED60F-FB6B-78D5-3F41-9331AE9E6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830E6-21C8-3623-1EFE-EB011F28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4EF55-092C-A62C-F682-E83C6F6D7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373BA-65D7-036D-125D-AE74C2EC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28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0C2A-6FD2-255F-7DD3-6B94D8DE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55423-2C7D-7875-6F0C-398107F7B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4133C-763F-75A8-0AA2-454F41EC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8AA1F-7872-1984-6D03-225E402A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EE7D7-CAAA-D1DF-A650-63398AB9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26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95F1-1DD0-7B6A-4CD3-D0B5C56E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25F09-C2F2-C5A0-62CC-F7F2D954E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F7C42-85F1-A959-669F-EB1BEEF1B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ADEFC-DFB7-F540-98E0-378C1CFA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6FA4D-87B7-4589-3D19-4266FBF6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50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1010-E2ED-B70C-5A29-093503F94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13F0-4799-D589-A3AE-AACBD1427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E1F53-24BE-2D56-9459-8B0746CE0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DD24B-335E-4862-32BD-B8E41F05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53503-2ECA-70DD-7AAA-4A44DFA6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DC0B-DC44-7DDA-C6C1-B02DA5AA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5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FC687-8669-286A-639D-CACE046C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676ED-2947-EBC4-6B88-8BD98A2D4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B6929-AA68-62A4-DD8E-2CF26CD58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3ED03-6611-F9A2-E9EA-F2FB005E3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A8298-E968-B3BD-6101-E6FAB5F1C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0DB09-B350-14A4-CAC6-497E5B509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A9350-25EE-F7EF-DF7C-B61234D2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9B7700-0654-6D7B-01F0-98EFD22A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6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CF907-EDA6-E17E-FC7E-DE251C028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85783-521C-9018-895C-EAAB8CEE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76741-03EF-1404-5BC8-8992B0A4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DB7AC-9106-AD60-19C1-1F56ACB0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9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93F96D-8099-32EC-C216-3F9D5FA2A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A430B-8F1B-94F0-2B84-E949F676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81817-1C00-B2F4-EC1A-8C30D051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85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D01A1-912B-F4DA-FA12-7A98F174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64D95-BD9E-8C81-3716-882822AAF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CE990-5970-A60F-9EFA-C09F26812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060B0-14B3-BD0B-8D24-F7B80C6C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29F75-D4D8-EABB-6F20-93E61713C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EF543-736E-EC73-1E48-DC8A78D3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8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5080-0001-6105-BDF1-98D512F1A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C07AF-B178-A9D7-99B2-C4B6AD314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E9088-3D32-5B14-5C81-32CA6B09C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7991D-7DDA-8703-5033-098F05A6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82432-4413-466B-4576-A34B5EFD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6A4AC-54DE-5721-BDE7-B446E061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95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3271-8944-CBFF-5F70-B417D61A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68539-12FE-F3CF-C988-757A4541F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77961-BFBB-910B-7A8F-2A417285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92A17-A843-EB73-D947-E1F58827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ACE7C-DA9F-AC5D-34F6-63C9AFC9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2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ED5F8-9EEA-52DF-743B-866838F56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B86C9-212A-F5C3-3CD7-0DCF29566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8A677-6730-3C22-79DF-C93A7FC3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96A0-7BDF-DF94-6809-020A62BC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5C011-FAEF-35FC-0435-5DDD96E8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28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B3256-5E71-C458-7BC4-D5B11A67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196F6-3224-D2B0-1CF2-6BCD09F0B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5D5DB-1AF5-F8AA-8EDC-6E5047E70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52906-D548-4D17-8848-0C5DDA2AFE35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A14B4-1757-6C8F-7524-0AE2C816F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21FE5-63BC-2C1F-64F9-2224C4823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44973-A288-4CFE-B2E6-4F731839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6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CA80-47EA-5C18-F92E-EA2733BF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Micro_WAT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07465-CB3D-9A57-6463-DB8C73E55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9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64BEB-5CCB-EBCE-89D8-81E654E4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9FF79C4-9561-E029-DEC6-16CEE08632F6}"/>
              </a:ext>
            </a:extLst>
          </p:cNvPr>
          <p:cNvGrpSpPr/>
          <p:nvPr/>
        </p:nvGrpSpPr>
        <p:grpSpPr>
          <a:xfrm>
            <a:off x="400454" y="-291697"/>
            <a:ext cx="11375881" cy="6384219"/>
            <a:chOff x="400454" y="-291697"/>
            <a:chExt cx="11375881" cy="638421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C07511B-8DE3-067E-91B6-CDCC0416C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0454" y="-291697"/>
              <a:ext cx="11068456" cy="5996134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11E4FB1-959C-0F56-5D0E-7BDEA321F253}"/>
                </a:ext>
              </a:extLst>
            </p:cNvPr>
            <p:cNvSpPr txBox="1"/>
            <p:nvPr/>
          </p:nvSpPr>
          <p:spPr>
            <a:xfrm>
              <a:off x="1230246" y="5688888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/>
                <a:t>Cluster 3</a:t>
              </a:r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DA57C90-B997-7B1D-A8C2-B81EB8D76D54}"/>
                </a:ext>
              </a:extLst>
            </p:cNvPr>
            <p:cNvSpPr txBox="1"/>
            <p:nvPr/>
          </p:nvSpPr>
          <p:spPr>
            <a:xfrm>
              <a:off x="9920376" y="5723190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/>
                <a:t>Cluster 2</a:t>
              </a:r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7DFCC00-AE50-143D-1DE0-F662B6401501}"/>
                </a:ext>
              </a:extLst>
            </p:cNvPr>
            <p:cNvSpPr txBox="1"/>
            <p:nvPr/>
          </p:nvSpPr>
          <p:spPr>
            <a:xfrm>
              <a:off x="3472774" y="5692431"/>
              <a:ext cx="7120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/>
                <a:t>Cluster 1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EC8BB4-7EE5-5738-6D78-7E8AAA134122}"/>
                </a:ext>
              </a:extLst>
            </p:cNvPr>
            <p:cNvSpPr txBox="1"/>
            <p:nvPr/>
          </p:nvSpPr>
          <p:spPr>
            <a:xfrm>
              <a:off x="2161468" y="3880282"/>
              <a:ext cx="25440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200" dirty="0" err="1">
                  <a:solidFill>
                    <a:schemeClr val="bg1">
                      <a:lumMod val="50000"/>
                    </a:schemeClr>
                  </a:solidFill>
                </a:rPr>
                <a:t>Subcluster</a:t>
              </a:r>
              <a:r>
                <a:rPr lang="nl-BE" sz="1200" dirty="0">
                  <a:solidFill>
                    <a:schemeClr val="bg1">
                      <a:lumMod val="50000"/>
                    </a:schemeClr>
                  </a:solidFill>
                </a:rPr>
                <a:t> 1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EF9C06-C110-BFF5-BB95-A915E7FC5E11}"/>
                </a:ext>
              </a:extLst>
            </p:cNvPr>
            <p:cNvSpPr txBox="1"/>
            <p:nvPr/>
          </p:nvSpPr>
          <p:spPr>
            <a:xfrm>
              <a:off x="3416063" y="4180347"/>
              <a:ext cx="1050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200" dirty="0" err="1">
                  <a:solidFill>
                    <a:schemeClr val="bg1">
                      <a:lumMod val="50000"/>
                    </a:schemeClr>
                  </a:solidFill>
                </a:rPr>
                <a:t>Subcluster</a:t>
              </a:r>
              <a:r>
                <a:rPr lang="nl-BE" sz="1200" dirty="0">
                  <a:solidFill>
                    <a:schemeClr val="bg1">
                      <a:lumMod val="50000"/>
                    </a:schemeClr>
                  </a:solidFill>
                </a:rPr>
                <a:t> 2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B50A86-7D06-B7CC-9949-92BE57684153}"/>
                </a:ext>
              </a:extLst>
            </p:cNvPr>
            <p:cNvSpPr txBox="1"/>
            <p:nvPr/>
          </p:nvSpPr>
          <p:spPr>
            <a:xfrm>
              <a:off x="3901438" y="4393554"/>
              <a:ext cx="13836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200" dirty="0" err="1">
                  <a:solidFill>
                    <a:schemeClr val="bg1">
                      <a:lumMod val="50000"/>
                    </a:schemeClr>
                  </a:solidFill>
                </a:rPr>
                <a:t>Subcluster</a:t>
              </a:r>
              <a:r>
                <a:rPr lang="nl-BE" sz="1200" dirty="0">
                  <a:solidFill>
                    <a:schemeClr val="bg1">
                      <a:lumMod val="50000"/>
                    </a:schemeClr>
                  </a:solidFill>
                </a:rPr>
                <a:t> 3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A88B81-91BF-E28E-E5FE-BA16C3284CD4}"/>
                </a:ext>
              </a:extLst>
            </p:cNvPr>
            <p:cNvSpPr txBox="1"/>
            <p:nvPr/>
          </p:nvSpPr>
          <p:spPr>
            <a:xfrm>
              <a:off x="4428006" y="4427321"/>
              <a:ext cx="34825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200" dirty="0" err="1">
                  <a:solidFill>
                    <a:schemeClr val="bg1">
                      <a:lumMod val="50000"/>
                    </a:schemeClr>
                  </a:solidFill>
                </a:rPr>
                <a:t>Subcluster</a:t>
              </a:r>
              <a:r>
                <a:rPr lang="nl-BE" sz="1200" dirty="0">
                  <a:solidFill>
                    <a:schemeClr val="bg1">
                      <a:lumMod val="50000"/>
                    </a:schemeClr>
                  </a:solidFill>
                </a:rPr>
                <a:t> 4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CE9E66F-B40A-9AD7-4B4D-01FDBDF59394}"/>
                </a:ext>
              </a:extLst>
            </p:cNvPr>
            <p:cNvSpPr/>
            <p:nvPr/>
          </p:nvSpPr>
          <p:spPr>
            <a:xfrm>
              <a:off x="1141253" y="3239868"/>
              <a:ext cx="1748242" cy="246456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3E2570-AB7A-4CD1-F501-90F0658E6723}"/>
                </a:ext>
              </a:extLst>
            </p:cNvPr>
            <p:cNvSpPr/>
            <p:nvPr/>
          </p:nvSpPr>
          <p:spPr>
            <a:xfrm>
              <a:off x="10535907" y="3272183"/>
              <a:ext cx="510409" cy="246456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1C6DA1-00CF-88C7-DFC0-1D1F895BC1BD}"/>
                </a:ext>
              </a:extLst>
            </p:cNvPr>
            <p:cNvSpPr/>
            <p:nvPr/>
          </p:nvSpPr>
          <p:spPr>
            <a:xfrm>
              <a:off x="2889495" y="3240425"/>
              <a:ext cx="7646411" cy="247326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D783FF4-D7D8-AB62-2F02-76C85B71CA3E}"/>
                </a:ext>
              </a:extLst>
            </p:cNvPr>
            <p:cNvSpPr txBox="1"/>
            <p:nvPr/>
          </p:nvSpPr>
          <p:spPr>
            <a:xfrm>
              <a:off x="7643765" y="4334559"/>
              <a:ext cx="23867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200" dirty="0" err="1">
                  <a:solidFill>
                    <a:schemeClr val="bg1">
                      <a:lumMod val="50000"/>
                    </a:schemeClr>
                  </a:solidFill>
                </a:rPr>
                <a:t>Subcluster</a:t>
              </a:r>
              <a:r>
                <a:rPr lang="nl-BE" sz="12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886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E0D670-4338-EC0A-EB80-19D7F95A8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76"/>
          <a:stretch/>
        </p:blipFill>
        <p:spPr>
          <a:xfrm>
            <a:off x="415858" y="2762654"/>
            <a:ext cx="11049000" cy="409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12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1B2AF7-BAEB-890F-A2DF-EC15C885B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16" y="593590"/>
            <a:ext cx="11049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9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9C84B15-39D2-6146-BF6B-EFE063D46C8F}"/>
              </a:ext>
            </a:extLst>
          </p:cNvPr>
          <p:cNvGrpSpPr/>
          <p:nvPr/>
        </p:nvGrpSpPr>
        <p:grpSpPr>
          <a:xfrm>
            <a:off x="104572" y="1135162"/>
            <a:ext cx="11049000" cy="5637063"/>
            <a:chOff x="104572" y="1135162"/>
            <a:chExt cx="11049000" cy="563706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6825F74-DF43-9A85-C8C1-9EC8FFCC4ECF}"/>
                </a:ext>
              </a:extLst>
            </p:cNvPr>
            <p:cNvGrpSpPr/>
            <p:nvPr/>
          </p:nvGrpSpPr>
          <p:grpSpPr>
            <a:xfrm>
              <a:off x="104572" y="1135162"/>
              <a:ext cx="11049000" cy="1525598"/>
              <a:chOff x="231033" y="613045"/>
              <a:chExt cx="11049000" cy="1525598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CE8C44ED-DFB7-632A-6C50-A97ECD750B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80048"/>
              <a:stretch/>
            </p:blipFill>
            <p:spPr>
              <a:xfrm>
                <a:off x="231033" y="613045"/>
                <a:ext cx="11049000" cy="1007199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004A7DC-2092-04C8-6FCF-5B6F881DA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89406"/>
              <a:stretch/>
            </p:blipFill>
            <p:spPr>
              <a:xfrm>
                <a:off x="231033" y="1603824"/>
                <a:ext cx="11049000" cy="534819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CA3483-6DB6-B5CC-9675-9ED8FAF21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8876"/>
            <a:stretch/>
          </p:blipFill>
          <p:spPr>
            <a:xfrm>
              <a:off x="104572" y="2676880"/>
              <a:ext cx="11049000" cy="4095345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3F700FA-40BF-45FE-A19E-53B3D788625A}"/>
              </a:ext>
            </a:extLst>
          </p:cNvPr>
          <p:cNvSpPr txBox="1"/>
          <p:nvPr/>
        </p:nvSpPr>
        <p:spPr>
          <a:xfrm>
            <a:off x="3697061" y="1413762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*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693A1-8C4F-2BC8-57E9-D3F94595BAA6}"/>
              </a:ext>
            </a:extLst>
          </p:cNvPr>
          <p:cNvSpPr txBox="1"/>
          <p:nvPr/>
        </p:nvSpPr>
        <p:spPr>
          <a:xfrm>
            <a:off x="3211831" y="5552512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*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9C1967-BAAA-5E29-9B73-2C9B38500C62}"/>
              </a:ext>
            </a:extLst>
          </p:cNvPr>
          <p:cNvSpPr txBox="1"/>
          <p:nvPr/>
        </p:nvSpPr>
        <p:spPr>
          <a:xfrm>
            <a:off x="2247083" y="1091623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*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B3E249-E149-56CB-3F26-75EBC08B7B2C}"/>
              </a:ext>
            </a:extLst>
          </p:cNvPr>
          <p:cNvSpPr txBox="1"/>
          <p:nvPr/>
        </p:nvSpPr>
        <p:spPr>
          <a:xfrm>
            <a:off x="3478803" y="3621915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*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3F2C73-A8B0-E4A8-3BBD-F918D0418C9F}"/>
              </a:ext>
            </a:extLst>
          </p:cNvPr>
          <p:cNvSpPr txBox="1"/>
          <p:nvPr/>
        </p:nvSpPr>
        <p:spPr>
          <a:xfrm>
            <a:off x="2467791" y="3299776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*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4FFE2-4CE7-1E39-8106-5B866EDE02F5}"/>
              </a:ext>
            </a:extLst>
          </p:cNvPr>
          <p:cNvSpPr txBox="1"/>
          <p:nvPr/>
        </p:nvSpPr>
        <p:spPr>
          <a:xfrm>
            <a:off x="10570300" y="2301227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*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74623A-B6D9-5CEB-18DD-AD63215FD812}"/>
              </a:ext>
            </a:extLst>
          </p:cNvPr>
          <p:cNvSpPr txBox="1"/>
          <p:nvPr/>
        </p:nvSpPr>
        <p:spPr>
          <a:xfrm>
            <a:off x="10570300" y="2588740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*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3537C-D0E5-87B2-598D-3D868FE2C2E7}"/>
              </a:ext>
            </a:extLst>
          </p:cNvPr>
          <p:cNvSpPr txBox="1"/>
          <p:nvPr/>
        </p:nvSpPr>
        <p:spPr>
          <a:xfrm>
            <a:off x="10570299" y="3926568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33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43F17D2-9830-E959-A2CB-6A264360AC24}"/>
              </a:ext>
            </a:extLst>
          </p:cNvPr>
          <p:cNvGrpSpPr/>
          <p:nvPr/>
        </p:nvGrpSpPr>
        <p:grpSpPr>
          <a:xfrm>
            <a:off x="240759" y="-650081"/>
            <a:ext cx="11550787" cy="10118143"/>
            <a:chOff x="240759" y="-650081"/>
            <a:chExt cx="11550787" cy="1011814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2C83067-2738-26B7-3650-04100EB5879D}"/>
                </a:ext>
              </a:extLst>
            </p:cNvPr>
            <p:cNvGrpSpPr/>
            <p:nvPr/>
          </p:nvGrpSpPr>
          <p:grpSpPr>
            <a:xfrm>
              <a:off x="240759" y="-650081"/>
              <a:ext cx="11550787" cy="10118143"/>
              <a:chOff x="240759" y="-650081"/>
              <a:chExt cx="11550787" cy="10118143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F8175942-31B7-C464-B741-3E6649B91A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5107"/>
              <a:stretch/>
            </p:blipFill>
            <p:spPr>
              <a:xfrm>
                <a:off x="400454" y="2623942"/>
                <a:ext cx="11068456" cy="892992"/>
              </a:xfrm>
              <a:prstGeom prst="rect">
                <a:avLst/>
              </a:prstGeom>
            </p:spPr>
          </p:pic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5B1C2830-E483-27FA-BACD-566A826FAD68}"/>
                  </a:ext>
                </a:extLst>
              </p:cNvPr>
              <p:cNvGrpSpPr/>
              <p:nvPr/>
            </p:nvGrpSpPr>
            <p:grpSpPr>
              <a:xfrm>
                <a:off x="1001948" y="-650081"/>
                <a:ext cx="10789598" cy="4522785"/>
                <a:chOff x="1001948" y="-620898"/>
                <a:chExt cx="10789598" cy="4522785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6BC3F0AC-F0BC-6134-DE25-A25331AF3A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434" b="14638"/>
                <a:stretch/>
              </p:blipFill>
              <p:spPr>
                <a:xfrm>
                  <a:off x="1001948" y="-620898"/>
                  <a:ext cx="10466961" cy="3266821"/>
                </a:xfrm>
                <a:prstGeom prst="rect">
                  <a:avLst/>
                </a:prstGeom>
              </p:spPr>
            </p:pic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9AD996D-45A5-4A4D-F41B-320F2941C98F}"/>
                    </a:ext>
                  </a:extLst>
                </p:cNvPr>
                <p:cNvSpPr txBox="1"/>
                <p:nvPr/>
              </p:nvSpPr>
              <p:spPr>
                <a:xfrm>
                  <a:off x="1245457" y="3532555"/>
                  <a:ext cx="18559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BE" dirty="0"/>
                    <a:t>Cluster 3</a:t>
                  </a:r>
                  <a:endParaRPr lang="en-US" dirty="0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2C86C59-B274-4111-07C5-D2AEC64359F9}"/>
                    </a:ext>
                  </a:extLst>
                </p:cNvPr>
                <p:cNvSpPr txBox="1"/>
                <p:nvPr/>
              </p:nvSpPr>
              <p:spPr>
                <a:xfrm>
                  <a:off x="9935587" y="3532555"/>
                  <a:ext cx="18559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BE" dirty="0"/>
                    <a:t>Cluster 2</a:t>
                  </a:r>
                  <a:endParaRPr 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9B2572C-4640-EE59-4D19-AB6B6780A446}"/>
                    </a:ext>
                  </a:extLst>
                </p:cNvPr>
                <p:cNvSpPr txBox="1"/>
                <p:nvPr/>
              </p:nvSpPr>
              <p:spPr>
                <a:xfrm>
                  <a:off x="3487985" y="3481350"/>
                  <a:ext cx="71206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BE" dirty="0"/>
                    <a:t>Cluster 1</a:t>
                  </a:r>
                  <a:endParaRPr lang="en-US" dirty="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5344B4F-0B16-3BFD-4DD4-FA1DF58F1195}"/>
                    </a:ext>
                  </a:extLst>
                </p:cNvPr>
                <p:cNvSpPr txBox="1"/>
                <p:nvPr/>
              </p:nvSpPr>
              <p:spPr>
                <a:xfrm>
                  <a:off x="2159262" y="1943322"/>
                  <a:ext cx="254402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BE" sz="120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Subcluster</a:t>
                  </a:r>
                  <a:r>
                    <a:rPr lang="nl-BE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 1</a:t>
                  </a:r>
                  <a:endParaRPr lang="en-US" sz="12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E9BA3F8-1141-4200-9D71-937A47B761E8}"/>
                    </a:ext>
                  </a:extLst>
                </p:cNvPr>
                <p:cNvSpPr txBox="1"/>
                <p:nvPr/>
              </p:nvSpPr>
              <p:spPr>
                <a:xfrm>
                  <a:off x="3507486" y="2156122"/>
                  <a:ext cx="1050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BE" sz="120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Subcluster</a:t>
                  </a:r>
                  <a:r>
                    <a:rPr lang="nl-BE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 2</a:t>
                  </a:r>
                  <a:endParaRPr lang="en-US" sz="12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450DB8D-E025-B129-44EE-FBEED9393116}"/>
                    </a:ext>
                  </a:extLst>
                </p:cNvPr>
                <p:cNvSpPr txBox="1"/>
                <p:nvPr/>
              </p:nvSpPr>
              <p:spPr>
                <a:xfrm>
                  <a:off x="4019543" y="2319239"/>
                  <a:ext cx="138367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BE" sz="120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Subcluster</a:t>
                  </a:r>
                  <a:r>
                    <a:rPr lang="nl-BE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 3</a:t>
                  </a:r>
                  <a:endParaRPr lang="en-US" sz="12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5BA436D-0BEB-6090-D72F-B91B5D8959BE}"/>
                    </a:ext>
                  </a:extLst>
                </p:cNvPr>
                <p:cNvSpPr txBox="1"/>
                <p:nvPr/>
              </p:nvSpPr>
              <p:spPr>
                <a:xfrm>
                  <a:off x="4533025" y="2362421"/>
                  <a:ext cx="348250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BE" sz="120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Subcluster</a:t>
                  </a:r>
                  <a:r>
                    <a:rPr lang="nl-BE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 4</a:t>
                  </a:r>
                  <a:endParaRPr lang="en-US" sz="12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F11A55A-0D9D-8A68-D315-FE50D63D91D6}"/>
                    </a:ext>
                  </a:extLst>
                </p:cNvPr>
                <p:cNvSpPr/>
                <p:nvPr/>
              </p:nvSpPr>
              <p:spPr>
                <a:xfrm>
                  <a:off x="1156464" y="1063089"/>
                  <a:ext cx="1748242" cy="246456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0F3BF294-3418-86AB-F821-56242B933D59}"/>
                    </a:ext>
                  </a:extLst>
                </p:cNvPr>
                <p:cNvSpPr/>
                <p:nvPr/>
              </p:nvSpPr>
              <p:spPr>
                <a:xfrm>
                  <a:off x="10551118" y="1081548"/>
                  <a:ext cx="510409" cy="246456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2A79C189-C157-8C98-33AB-A745840A1CD6}"/>
                    </a:ext>
                  </a:extLst>
                </p:cNvPr>
                <p:cNvSpPr/>
                <p:nvPr/>
              </p:nvSpPr>
              <p:spPr>
                <a:xfrm>
                  <a:off x="2904706" y="1084092"/>
                  <a:ext cx="7646411" cy="247326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37AF6F7-1DC0-FE54-06A7-B9BD4F2A7B84}"/>
                    </a:ext>
                  </a:extLst>
                </p:cNvPr>
                <p:cNvSpPr txBox="1"/>
                <p:nvPr/>
              </p:nvSpPr>
              <p:spPr>
                <a:xfrm>
                  <a:off x="7685083" y="2233676"/>
                  <a:ext cx="23867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BE" sz="120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Subcluster</a:t>
                  </a:r>
                  <a:r>
                    <a:rPr lang="nl-BE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 5</a:t>
                  </a:r>
                  <a:endParaRPr lang="en-US" sz="12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64AE380-8B66-477F-EA25-21B2371E6054}"/>
                  </a:ext>
                </a:extLst>
              </p:cNvPr>
              <p:cNvGrpSpPr/>
              <p:nvPr/>
            </p:nvGrpSpPr>
            <p:grpSpPr>
              <a:xfrm>
                <a:off x="240759" y="3830999"/>
                <a:ext cx="11049000" cy="5637063"/>
                <a:chOff x="104572" y="1135162"/>
                <a:chExt cx="11049000" cy="563706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E1BE39D1-4A9D-8B99-2596-F34D8D4011E9}"/>
                    </a:ext>
                  </a:extLst>
                </p:cNvPr>
                <p:cNvGrpSpPr/>
                <p:nvPr/>
              </p:nvGrpSpPr>
              <p:grpSpPr>
                <a:xfrm>
                  <a:off x="104572" y="1135162"/>
                  <a:ext cx="11049000" cy="1525598"/>
                  <a:chOff x="231033" y="613045"/>
                  <a:chExt cx="11049000" cy="1525598"/>
                </a:xfrm>
              </p:grpSpPr>
              <p:pic>
                <p:nvPicPr>
                  <p:cNvPr id="22" name="Picture 21">
                    <a:extLst>
                      <a:ext uri="{FF2B5EF4-FFF2-40B4-BE49-F238E27FC236}">
                        <a16:creationId xmlns:a16="http://schemas.microsoft.com/office/drawing/2014/main" id="{BCF4680E-7E11-D927-4A5B-7EC01EA6D5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b="80048"/>
                  <a:stretch/>
                </p:blipFill>
                <p:spPr>
                  <a:xfrm>
                    <a:off x="231033" y="613045"/>
                    <a:ext cx="11049000" cy="1007199"/>
                  </a:xfrm>
                  <a:prstGeom prst="rect">
                    <a:avLst/>
                  </a:prstGeom>
                </p:spPr>
              </p:pic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A1BA95AD-459C-55DD-9628-E0CE7FC3A1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t="89406"/>
                  <a:stretch/>
                </p:blipFill>
                <p:spPr>
                  <a:xfrm>
                    <a:off x="231033" y="1603824"/>
                    <a:ext cx="11049000" cy="53481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3F4775F8-4742-65F4-75B2-D44CFA6A2A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18876"/>
                <a:stretch/>
              </p:blipFill>
              <p:spPr>
                <a:xfrm>
                  <a:off x="104572" y="2676880"/>
                  <a:ext cx="11049000" cy="4095345"/>
                </a:xfrm>
                <a:prstGeom prst="rect">
                  <a:avLst/>
                </a:prstGeom>
              </p:spPr>
            </p:pic>
          </p:grp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1921805-1D0F-5EB3-F07E-17A296718FB3}"/>
                </a:ext>
              </a:extLst>
            </p:cNvPr>
            <p:cNvSpPr txBox="1"/>
            <p:nvPr/>
          </p:nvSpPr>
          <p:spPr>
            <a:xfrm>
              <a:off x="5115832" y="4468866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00F0E6-9047-712A-3175-C7D7C2F00B09}"/>
                </a:ext>
              </a:extLst>
            </p:cNvPr>
            <p:cNvSpPr txBox="1"/>
            <p:nvPr/>
          </p:nvSpPr>
          <p:spPr>
            <a:xfrm>
              <a:off x="5619356" y="4476926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076C20-DE3A-3E1C-F3CB-B9DAF248E88E}"/>
                </a:ext>
              </a:extLst>
            </p:cNvPr>
            <p:cNvSpPr txBox="1"/>
            <p:nvPr/>
          </p:nvSpPr>
          <p:spPr>
            <a:xfrm>
              <a:off x="2957724" y="6259951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5D7DC3-604C-F0C9-1E93-AA0BE90930CD}"/>
                </a:ext>
              </a:extLst>
            </p:cNvPr>
            <p:cNvSpPr txBox="1"/>
            <p:nvPr/>
          </p:nvSpPr>
          <p:spPr>
            <a:xfrm>
              <a:off x="4734029" y="6577017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CF92BB0-138C-7368-E470-D74B6620BEB2}"/>
                </a:ext>
              </a:extLst>
            </p:cNvPr>
            <p:cNvSpPr txBox="1"/>
            <p:nvPr/>
          </p:nvSpPr>
          <p:spPr>
            <a:xfrm>
              <a:off x="5938020" y="6259951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CFFA16B-3287-6914-86C7-AF39D3CA9993}"/>
                </a:ext>
              </a:extLst>
            </p:cNvPr>
            <p:cNvSpPr txBox="1"/>
            <p:nvPr/>
          </p:nvSpPr>
          <p:spPr>
            <a:xfrm>
              <a:off x="7570633" y="6580563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AF934E-06F2-FCF6-7762-408D407B41CC}"/>
                </a:ext>
              </a:extLst>
            </p:cNvPr>
            <p:cNvSpPr txBox="1"/>
            <p:nvPr/>
          </p:nvSpPr>
          <p:spPr>
            <a:xfrm>
              <a:off x="2467791" y="3299776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9A829DF-B3E3-6BD7-C893-329E9770D1B2}"/>
                </a:ext>
              </a:extLst>
            </p:cNvPr>
            <p:cNvSpPr txBox="1"/>
            <p:nvPr/>
          </p:nvSpPr>
          <p:spPr>
            <a:xfrm>
              <a:off x="4389333" y="8344216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699DD8D-36D2-CE38-28B0-A9530ACE6A82}"/>
                </a:ext>
              </a:extLst>
            </p:cNvPr>
            <p:cNvSpPr txBox="1"/>
            <p:nvPr/>
          </p:nvSpPr>
          <p:spPr>
            <a:xfrm>
              <a:off x="6440528" y="8344216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A445779-3192-2154-3CD0-F1EC098E4E1D}"/>
                </a:ext>
              </a:extLst>
            </p:cNvPr>
            <p:cNvSpPr txBox="1"/>
            <p:nvPr/>
          </p:nvSpPr>
          <p:spPr>
            <a:xfrm>
              <a:off x="8564607" y="5379735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C870FE5-DE8B-9999-CF23-CEB889C5177E}"/>
                </a:ext>
              </a:extLst>
            </p:cNvPr>
            <p:cNvSpPr txBox="1"/>
            <p:nvPr/>
          </p:nvSpPr>
          <p:spPr>
            <a:xfrm>
              <a:off x="8564606" y="5677987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96499D2-9F10-B2CC-EAFC-7DD5C3901FDD}"/>
                </a:ext>
              </a:extLst>
            </p:cNvPr>
            <p:cNvSpPr txBox="1"/>
            <p:nvPr/>
          </p:nvSpPr>
          <p:spPr>
            <a:xfrm>
              <a:off x="8538135" y="6834538"/>
              <a:ext cx="287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*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6407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696133-EBD6-16AC-7D1B-D137C2A8D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98" y="0"/>
            <a:ext cx="9953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86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B70CC4-5DA7-0E44-85B4-B94A5F786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150" y="392753"/>
            <a:ext cx="11745700" cy="60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16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CE09CE-1335-C1D1-C44F-8DDC3EAA9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85"/>
            <a:ext cx="12192000" cy="630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415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1EAA87-9E8C-A954-61B6-E44EDB570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150" y="392753"/>
            <a:ext cx="11745700" cy="607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35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0C30F4-1CD0-11A3-2728-1FCD2CC8D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268" y="779528"/>
            <a:ext cx="10249464" cy="529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12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8E55-BBB8-0018-2052-A58FC50F2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Macro_WAT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C39F4-C682-6248-24BE-BED55C1ED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33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EFDD4A-887F-243B-5E13-24F379D72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64721"/>
            <a:ext cx="12192000" cy="646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28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78AD4F-CA12-DC71-DDC1-920BB1632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38" y="0"/>
            <a:ext cx="10889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99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7D987D-05E7-0BA5-03F0-7904AAB24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67" y="0"/>
            <a:ext cx="115458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78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544A76-1C86-67DA-7532-3D2F7574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" y="3361267"/>
            <a:ext cx="11706225" cy="135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83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2CB25F-AACA-D704-6864-F7592B4D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962"/>
            <a:ext cx="12192000" cy="590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65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5328C9-A0BC-1AC5-9004-5E23F2161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2211"/>
            <a:ext cx="12192000" cy="245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76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388B11C-7A6C-27CA-F08A-B5FED0CDBCDF}"/>
              </a:ext>
            </a:extLst>
          </p:cNvPr>
          <p:cNvGrpSpPr/>
          <p:nvPr/>
        </p:nvGrpSpPr>
        <p:grpSpPr>
          <a:xfrm>
            <a:off x="72629" y="135802"/>
            <a:ext cx="12314776" cy="11124114"/>
            <a:chOff x="72629" y="135802"/>
            <a:chExt cx="12314776" cy="1112411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84B9B15-086A-9721-5AE6-553298E3B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41" t="71631"/>
            <a:stretch/>
          </p:blipFill>
          <p:spPr>
            <a:xfrm>
              <a:off x="1412340" y="1828801"/>
              <a:ext cx="10209925" cy="1810692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4FB4FE-8A08-F670-4329-A3472525B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93" b="28723"/>
            <a:stretch/>
          </p:blipFill>
          <p:spPr>
            <a:xfrm>
              <a:off x="1330858" y="135802"/>
              <a:ext cx="10291407" cy="169299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F4D847C-D948-1CC6-B652-2FDE203DB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401"/>
            <a:stretch/>
          </p:blipFill>
          <p:spPr>
            <a:xfrm>
              <a:off x="72629" y="4978462"/>
              <a:ext cx="11247703" cy="628145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0B55AAB-948D-EF67-75AB-51D90028F92B}"/>
                </a:ext>
              </a:extLst>
            </p:cNvPr>
            <p:cNvSpPr txBox="1"/>
            <p:nvPr/>
          </p:nvSpPr>
          <p:spPr>
            <a:xfrm>
              <a:off x="1412340" y="1691262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3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380FA8-0DAF-CEFA-77A9-32EC8F00D43F}"/>
                </a:ext>
              </a:extLst>
            </p:cNvPr>
            <p:cNvSpPr txBox="1"/>
            <p:nvPr/>
          </p:nvSpPr>
          <p:spPr>
            <a:xfrm>
              <a:off x="1704868" y="1988365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2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A1C291-EF87-8DBB-BAC4-94480CBF460D}"/>
                </a:ext>
              </a:extLst>
            </p:cNvPr>
            <p:cNvSpPr txBox="1"/>
            <p:nvPr/>
          </p:nvSpPr>
          <p:spPr>
            <a:xfrm>
              <a:off x="2830080" y="2010284"/>
              <a:ext cx="82386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1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EA44B6B-27D6-C757-2A0F-AE7E5AFCE28A}"/>
                </a:ext>
              </a:extLst>
            </p:cNvPr>
            <p:cNvSpPr/>
            <p:nvPr/>
          </p:nvSpPr>
          <p:spPr>
            <a:xfrm>
              <a:off x="10412796" y="2389916"/>
              <a:ext cx="655940" cy="1052387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54D458-BD47-D036-58EB-0CAA5FD9CFB0}"/>
                </a:ext>
              </a:extLst>
            </p:cNvPr>
            <p:cNvSpPr txBox="1"/>
            <p:nvPr/>
          </p:nvSpPr>
          <p:spPr>
            <a:xfrm>
              <a:off x="9171915" y="3383300"/>
              <a:ext cx="32154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200" dirty="0" err="1">
                  <a:solidFill>
                    <a:schemeClr val="bg1">
                      <a:lumMod val="50000"/>
                    </a:schemeClr>
                  </a:solidFill>
                </a:rPr>
                <a:t>Subcluster</a:t>
              </a:r>
              <a:r>
                <a:rPr lang="nl-BE" sz="1200" dirty="0">
                  <a:solidFill>
                    <a:schemeClr val="bg1">
                      <a:lumMod val="50000"/>
                    </a:schemeClr>
                  </a:solidFill>
                </a:rPr>
                <a:t> 4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B94D67-B35F-BC43-B502-818211A5BC42}"/>
                </a:ext>
              </a:extLst>
            </p:cNvPr>
            <p:cNvSpPr txBox="1"/>
            <p:nvPr/>
          </p:nvSpPr>
          <p:spPr>
            <a:xfrm>
              <a:off x="776889" y="1323568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4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5A31238-B8E8-0EC7-B7EF-E2C10140490F}"/>
                </a:ext>
              </a:extLst>
            </p:cNvPr>
            <p:cNvSpPr/>
            <p:nvPr/>
          </p:nvSpPr>
          <p:spPr>
            <a:xfrm>
              <a:off x="2340319" y="2371576"/>
              <a:ext cx="771849" cy="1052387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CC25D00-9D21-429A-5ED9-FF4BB0676B03}"/>
                </a:ext>
              </a:extLst>
            </p:cNvPr>
            <p:cNvSpPr/>
            <p:nvPr/>
          </p:nvSpPr>
          <p:spPr>
            <a:xfrm>
              <a:off x="3108814" y="2393495"/>
              <a:ext cx="771849" cy="1052387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3AE03C-CEC2-28B0-C38F-CADBBD5C5397}"/>
                </a:ext>
              </a:extLst>
            </p:cNvPr>
            <p:cNvSpPr/>
            <p:nvPr/>
          </p:nvSpPr>
          <p:spPr>
            <a:xfrm>
              <a:off x="3816275" y="2410919"/>
              <a:ext cx="6596521" cy="1052387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7F32B38-8E95-3F17-9B63-613B52E754B4}"/>
                </a:ext>
              </a:extLst>
            </p:cNvPr>
            <p:cNvSpPr txBox="1"/>
            <p:nvPr/>
          </p:nvSpPr>
          <p:spPr>
            <a:xfrm>
              <a:off x="5577137" y="3440274"/>
              <a:ext cx="32154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200" dirty="0" err="1">
                  <a:solidFill>
                    <a:schemeClr val="bg1">
                      <a:lumMod val="50000"/>
                    </a:schemeClr>
                  </a:solidFill>
                </a:rPr>
                <a:t>Subcluster</a:t>
              </a:r>
              <a:r>
                <a:rPr lang="nl-BE" sz="1200" dirty="0">
                  <a:solidFill>
                    <a:schemeClr val="bg1">
                      <a:lumMod val="50000"/>
                    </a:schemeClr>
                  </a:solidFill>
                </a:rPr>
                <a:t> 3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4D40418-C7A5-1869-0195-BA0084D53FE9}"/>
                </a:ext>
              </a:extLst>
            </p:cNvPr>
            <p:cNvSpPr txBox="1"/>
            <p:nvPr/>
          </p:nvSpPr>
          <p:spPr>
            <a:xfrm>
              <a:off x="1939247" y="3423495"/>
              <a:ext cx="32154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200" dirty="0" err="1">
                  <a:solidFill>
                    <a:schemeClr val="bg1">
                      <a:lumMod val="50000"/>
                    </a:schemeClr>
                  </a:solidFill>
                </a:rPr>
                <a:t>Subcluster</a:t>
              </a:r>
              <a:r>
                <a:rPr lang="nl-BE" sz="1200" dirty="0">
                  <a:solidFill>
                    <a:schemeClr val="bg1">
                      <a:lumMod val="50000"/>
                    </a:schemeClr>
                  </a:solidFill>
                </a:rPr>
                <a:t> 2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96CC3F2-4539-B304-53CC-B2F905A69ABB}"/>
                </a:ext>
              </a:extLst>
            </p:cNvPr>
            <p:cNvSpPr txBox="1"/>
            <p:nvPr/>
          </p:nvSpPr>
          <p:spPr>
            <a:xfrm>
              <a:off x="1082614" y="3408359"/>
              <a:ext cx="32154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sz="1200" dirty="0" err="1">
                  <a:solidFill>
                    <a:schemeClr val="bg1">
                      <a:lumMod val="50000"/>
                    </a:schemeClr>
                  </a:solidFill>
                </a:rPr>
                <a:t>Subcluster</a:t>
              </a:r>
              <a:r>
                <a:rPr lang="nl-BE" sz="1200" dirty="0">
                  <a:solidFill>
                    <a:schemeClr val="bg1">
                      <a:lumMod val="50000"/>
                    </a:schemeClr>
                  </a:solidFill>
                </a:rPr>
                <a:t> 1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3867A03-D590-F303-7C40-393C65A69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6037" y="3643572"/>
              <a:ext cx="10544296" cy="1180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8890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65C4A-CB7A-EEE7-5F46-6119BBE07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46"/>
            <a:ext cx="12192000" cy="678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554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F34373-5D07-70BD-CAF8-7961C728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16" y="0"/>
            <a:ext cx="10889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44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A3A52E-6850-1B75-F1F7-527E7CC36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16" y="0"/>
            <a:ext cx="10889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339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5E5E17-1D40-F2AC-4774-D66F62131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79" y="0"/>
            <a:ext cx="11765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55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A932BF-2F1A-E0E4-017A-11E5A4946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79" y="0"/>
            <a:ext cx="11765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10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E779-0998-79CA-DA43-205F555D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Micro_SED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A7277-C782-16A1-BB9C-1866022BE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55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E2DA13-59D0-ACBC-9CE0-DFFCD1F94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39"/>
            <a:ext cx="12192000" cy="646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95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0EAA3F3-5CFD-F5BA-0104-2259FF64E4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35759-54DB-9D45-1F9B-ED578C4A5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555" y="0"/>
            <a:ext cx="9146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50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9C3D27-8396-9D3C-A8DC-F53A64484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81" y="0"/>
            <a:ext cx="10724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09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3C835B-8BD7-4C3D-FB20-7BB07BD79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88" y="0"/>
            <a:ext cx="10752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22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50099FE-A2EA-F208-C09C-8EF90140C885}"/>
              </a:ext>
            </a:extLst>
          </p:cNvPr>
          <p:cNvGrpSpPr/>
          <p:nvPr/>
        </p:nvGrpSpPr>
        <p:grpSpPr>
          <a:xfrm>
            <a:off x="788080" y="0"/>
            <a:ext cx="9420923" cy="8734429"/>
            <a:chOff x="788080" y="0"/>
            <a:chExt cx="9420923" cy="87344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B0D54A-6A01-7479-558C-DD08982961AF}"/>
                </a:ext>
              </a:extLst>
            </p:cNvPr>
            <p:cNvGrpSpPr/>
            <p:nvPr/>
          </p:nvGrpSpPr>
          <p:grpSpPr>
            <a:xfrm>
              <a:off x="788080" y="0"/>
              <a:ext cx="9420923" cy="8734429"/>
              <a:chOff x="788080" y="0"/>
              <a:chExt cx="9420923" cy="8734429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3E83B2D-2379-A4A0-E999-4BD95C33113E}"/>
                  </a:ext>
                </a:extLst>
              </p:cNvPr>
              <p:cNvGrpSpPr/>
              <p:nvPr/>
            </p:nvGrpSpPr>
            <p:grpSpPr>
              <a:xfrm>
                <a:off x="1536969" y="0"/>
                <a:ext cx="8672034" cy="3647873"/>
                <a:chOff x="1536969" y="0"/>
                <a:chExt cx="8672034" cy="3647873"/>
              </a:xfrm>
            </p:grpSpPr>
            <p:pic>
              <p:nvPicPr>
                <p:cNvPr id="2" name="Picture 1">
                  <a:extLst>
                    <a:ext uri="{FF2B5EF4-FFF2-40B4-BE49-F238E27FC236}">
                      <a16:creationId xmlns:a16="http://schemas.microsoft.com/office/drawing/2014/main" id="{CDC66E1A-9662-0ED9-F07E-A0CAEDE935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6361" t="59716"/>
                <a:stretch/>
              </p:blipFill>
              <p:spPr>
                <a:xfrm>
                  <a:off x="1643975" y="1394299"/>
                  <a:ext cx="8565028" cy="2253574"/>
                </a:xfrm>
                <a:prstGeom prst="rect">
                  <a:avLst/>
                </a:prstGeom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2C111F46-1F72-FBB1-4EBE-B207D718ED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5192" b="40520"/>
                <a:stretch/>
              </p:blipFill>
              <p:spPr>
                <a:xfrm>
                  <a:off x="1536969" y="0"/>
                  <a:ext cx="8672033" cy="1394298"/>
                </a:xfrm>
                <a:prstGeom prst="rect">
                  <a:avLst/>
                </a:prstGeom>
              </p:spPr>
            </p:pic>
          </p:grp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A8F3A03-751A-92C3-22AB-BDC5E46E82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22553"/>
              <a:stretch/>
            </p:blipFill>
            <p:spPr>
              <a:xfrm>
                <a:off x="788080" y="4981571"/>
                <a:ext cx="9299501" cy="3752858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24C225C3-A78E-588C-A466-04706D4B47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92382"/>
              <a:stretch/>
            </p:blipFill>
            <p:spPr>
              <a:xfrm>
                <a:off x="893091" y="4589899"/>
                <a:ext cx="9194489" cy="434158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4E4F849-9F86-BFC8-2777-64559E70A4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1" b="78157"/>
              <a:stretch/>
            </p:blipFill>
            <p:spPr>
              <a:xfrm>
                <a:off x="788081" y="3360554"/>
                <a:ext cx="9299500" cy="1271830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B9654C-E601-C668-0764-A1537B14D2AB}"/>
                </a:ext>
              </a:extLst>
            </p:cNvPr>
            <p:cNvSpPr txBox="1"/>
            <p:nvPr/>
          </p:nvSpPr>
          <p:spPr>
            <a:xfrm>
              <a:off x="1028973" y="1323568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6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57C436-EDB7-A8DF-1A55-C38800A43750}"/>
                </a:ext>
              </a:extLst>
            </p:cNvPr>
            <p:cNvSpPr txBox="1"/>
            <p:nvPr/>
          </p:nvSpPr>
          <p:spPr>
            <a:xfrm>
              <a:off x="2200466" y="1291302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1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6C43D3-BD26-F01D-B04E-1244A1C871B2}"/>
                </a:ext>
              </a:extLst>
            </p:cNvPr>
            <p:cNvSpPr txBox="1"/>
            <p:nvPr/>
          </p:nvSpPr>
          <p:spPr>
            <a:xfrm>
              <a:off x="5480003" y="1291302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2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23AC3F-4C93-5029-F803-26FBBBDB1FF0}"/>
                </a:ext>
              </a:extLst>
            </p:cNvPr>
            <p:cNvSpPr txBox="1"/>
            <p:nvPr/>
          </p:nvSpPr>
          <p:spPr>
            <a:xfrm>
              <a:off x="7054819" y="1024965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5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10E39F1-4D2C-BECD-B45F-30EAA109107F}"/>
                </a:ext>
              </a:extLst>
            </p:cNvPr>
            <p:cNvSpPr txBox="1"/>
            <p:nvPr/>
          </p:nvSpPr>
          <p:spPr>
            <a:xfrm>
              <a:off x="7617105" y="1323568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3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280DDD-CDE4-4E32-9205-775ADE0BD713}"/>
                </a:ext>
              </a:extLst>
            </p:cNvPr>
            <p:cNvSpPr txBox="1"/>
            <p:nvPr/>
          </p:nvSpPr>
          <p:spPr>
            <a:xfrm>
              <a:off x="8231621" y="1628368"/>
              <a:ext cx="18559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BE" dirty="0">
                  <a:solidFill>
                    <a:schemeClr val="bg1">
                      <a:lumMod val="50000"/>
                    </a:schemeClr>
                  </a:solidFill>
                </a:rPr>
                <a:t>Cluster 4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7089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7BCDBC-0CB1-E433-469B-3CAADD740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7090"/>
            <a:ext cx="12192000" cy="574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98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A7E23D-8116-4DA5-BD13-D1568B22F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7090"/>
            <a:ext cx="12192000" cy="574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77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2224</TotalTime>
  <Words>115</Words>
  <Application>Microsoft Office PowerPoint</Application>
  <PresentationFormat>Widescreen</PresentationFormat>
  <Paragraphs>71</Paragraphs>
  <Slides>32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Micro_WAT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Macro_WAT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Micro_SED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Maaike Vercauteren</dc:creator>
  <cp:lastModifiedBy>Maaike Vercauteren</cp:lastModifiedBy>
  <cp:revision>1</cp:revision>
  <cp:lastPrinted>2025-03-24T16:41:29Z</cp:lastPrinted>
  <dcterms:created xsi:type="dcterms:W3CDTF">2025-02-24T08:12:38Z</dcterms:created>
  <dcterms:modified xsi:type="dcterms:W3CDTF">2025-04-01T15:42:19Z</dcterms:modified>
</cp:coreProperties>
</file>