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2" r:id="rId2"/>
    <p:sldId id="256" r:id="rId3"/>
    <p:sldId id="257" r:id="rId4"/>
    <p:sldId id="258" r:id="rId5"/>
    <p:sldId id="261" r:id="rId6"/>
    <p:sldId id="259" r:id="rId7"/>
    <p:sldId id="260" r:id="rId8"/>
    <p:sldId id="263" r:id="rId9"/>
    <p:sldId id="264" r:id="rId10"/>
    <p:sldId id="265" r:id="rId11"/>
    <p:sldId id="266" r:id="rId12"/>
    <p:sldId id="269" r:id="rId13"/>
    <p:sldId id="267" r:id="rId14"/>
    <p:sldId id="268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085BFB-8188-41C0-9F99-678D7B597D20}" v="27" dt="2025-03-11T07:29:16.6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6" autoAdjust="0"/>
    <p:restoredTop sz="94660"/>
  </p:normalViewPr>
  <p:slideViewPr>
    <p:cSldViewPr snapToGrid="0">
      <p:cViewPr>
        <p:scale>
          <a:sx n="92" d="100"/>
          <a:sy n="92" d="100"/>
        </p:scale>
        <p:origin x="14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aike Vercauteren" userId="ebf6c57b-443c-4492-b592-ebdccbd79b0c" providerId="ADAL" clId="{6C085BFB-8188-41C0-9F99-678D7B597D20}"/>
    <pc:docChg chg="undo custSel addSld modSld sldOrd">
      <pc:chgData name="Maaike Vercauteren" userId="ebf6c57b-443c-4492-b592-ebdccbd79b0c" providerId="ADAL" clId="{6C085BFB-8188-41C0-9F99-678D7B597D20}" dt="2025-03-11T07:29:16.619" v="170" actId="164"/>
      <pc:docMkLst>
        <pc:docMk/>
      </pc:docMkLst>
      <pc:sldChg chg="modSp mod">
        <pc:chgData name="Maaike Vercauteren" userId="ebf6c57b-443c-4492-b592-ebdccbd79b0c" providerId="ADAL" clId="{6C085BFB-8188-41C0-9F99-678D7B597D20}" dt="2025-03-06T08:44:10.998" v="85" actId="1076"/>
        <pc:sldMkLst>
          <pc:docMk/>
          <pc:sldMk cId="279204721" sldId="256"/>
        </pc:sldMkLst>
        <pc:spChg chg="mod">
          <ac:chgData name="Maaike Vercauteren" userId="ebf6c57b-443c-4492-b592-ebdccbd79b0c" providerId="ADAL" clId="{6C085BFB-8188-41C0-9F99-678D7B597D20}" dt="2025-03-06T08:44:10.998" v="85" actId="1076"/>
          <ac:spMkLst>
            <pc:docMk/>
            <pc:sldMk cId="279204721" sldId="256"/>
            <ac:spMk id="8" creationId="{ADBAF2E4-C0BF-5441-63B7-E51CA0FDF460}"/>
          </ac:spMkLst>
        </pc:spChg>
        <pc:spChg chg="mod">
          <ac:chgData name="Maaike Vercauteren" userId="ebf6c57b-443c-4492-b592-ebdccbd79b0c" providerId="ADAL" clId="{6C085BFB-8188-41C0-9F99-678D7B597D20}" dt="2025-03-06T08:44:10.998" v="85" actId="1076"/>
          <ac:spMkLst>
            <pc:docMk/>
            <pc:sldMk cId="279204721" sldId="256"/>
            <ac:spMk id="10" creationId="{736F8240-5CB7-ACE7-6D56-D2B93671462A}"/>
          </ac:spMkLst>
        </pc:spChg>
        <pc:spChg chg="mod">
          <ac:chgData name="Maaike Vercauteren" userId="ebf6c57b-443c-4492-b592-ebdccbd79b0c" providerId="ADAL" clId="{6C085BFB-8188-41C0-9F99-678D7B597D20}" dt="2025-03-06T08:44:10.998" v="85" actId="1076"/>
          <ac:spMkLst>
            <pc:docMk/>
            <pc:sldMk cId="279204721" sldId="256"/>
            <ac:spMk id="15" creationId="{52E74963-778A-AD99-A804-B8DF629E9D21}"/>
          </ac:spMkLst>
        </pc:spChg>
        <pc:spChg chg="mod">
          <ac:chgData name="Maaike Vercauteren" userId="ebf6c57b-443c-4492-b592-ebdccbd79b0c" providerId="ADAL" clId="{6C085BFB-8188-41C0-9F99-678D7B597D20}" dt="2025-03-06T08:44:10.998" v="85" actId="1076"/>
          <ac:spMkLst>
            <pc:docMk/>
            <pc:sldMk cId="279204721" sldId="256"/>
            <ac:spMk id="19" creationId="{F47CF5A1-1433-17B1-8B5E-457583DD7EED}"/>
          </ac:spMkLst>
        </pc:spChg>
        <pc:picChg chg="mod">
          <ac:chgData name="Maaike Vercauteren" userId="ebf6c57b-443c-4492-b592-ebdccbd79b0c" providerId="ADAL" clId="{6C085BFB-8188-41C0-9F99-678D7B597D20}" dt="2025-03-06T08:44:10.998" v="85" actId="1076"/>
          <ac:picMkLst>
            <pc:docMk/>
            <pc:sldMk cId="279204721" sldId="256"/>
            <ac:picMk id="7" creationId="{D03CE7A1-AED1-F994-0DB4-F1818DC61E57}"/>
          </ac:picMkLst>
        </pc:picChg>
      </pc:sldChg>
      <pc:sldChg chg="modSp new mod ord">
        <pc:chgData name="Maaike Vercauteren" userId="ebf6c57b-443c-4492-b592-ebdccbd79b0c" providerId="ADAL" clId="{6C085BFB-8188-41C0-9F99-678D7B597D20}" dt="2025-03-06T08:37:07.134" v="11" actId="20577"/>
        <pc:sldMkLst>
          <pc:docMk/>
          <pc:sldMk cId="1086597804" sldId="262"/>
        </pc:sldMkLst>
        <pc:spChg chg="mod">
          <ac:chgData name="Maaike Vercauteren" userId="ebf6c57b-443c-4492-b592-ebdccbd79b0c" providerId="ADAL" clId="{6C085BFB-8188-41C0-9F99-678D7B597D20}" dt="2025-03-06T08:37:07.134" v="11" actId="20577"/>
          <ac:spMkLst>
            <pc:docMk/>
            <pc:sldMk cId="1086597804" sldId="262"/>
            <ac:spMk id="2" creationId="{B260CA80-47EA-5C18-F92E-EA2733BF082D}"/>
          </ac:spMkLst>
        </pc:spChg>
      </pc:sldChg>
      <pc:sldChg chg="modSp new mod">
        <pc:chgData name="Maaike Vercauteren" userId="ebf6c57b-443c-4492-b592-ebdccbd79b0c" providerId="ADAL" clId="{6C085BFB-8188-41C0-9F99-678D7B597D20}" dt="2025-03-06T08:37:16.166" v="23" actId="20577"/>
        <pc:sldMkLst>
          <pc:docMk/>
          <pc:sldMk cId="1797133414" sldId="263"/>
        </pc:sldMkLst>
        <pc:spChg chg="mod">
          <ac:chgData name="Maaike Vercauteren" userId="ebf6c57b-443c-4492-b592-ebdccbd79b0c" providerId="ADAL" clId="{6C085BFB-8188-41C0-9F99-678D7B597D20}" dt="2025-03-06T08:37:16.166" v="23" actId="20577"/>
          <ac:spMkLst>
            <pc:docMk/>
            <pc:sldMk cId="1797133414" sldId="263"/>
            <ac:spMk id="2" creationId="{4EBD8E55-BBB8-0018-2052-A58FC50F2B1A}"/>
          </ac:spMkLst>
        </pc:spChg>
      </pc:sldChg>
      <pc:sldChg chg="addSp modSp new mod">
        <pc:chgData name="Maaike Vercauteren" userId="ebf6c57b-443c-4492-b592-ebdccbd79b0c" providerId="ADAL" clId="{6C085BFB-8188-41C0-9F99-678D7B597D20}" dt="2025-03-06T08:38:22.686" v="32" actId="1076"/>
        <pc:sldMkLst>
          <pc:docMk/>
          <pc:sldMk cId="556799258" sldId="264"/>
        </pc:sldMkLst>
        <pc:picChg chg="add mod">
          <ac:chgData name="Maaike Vercauteren" userId="ebf6c57b-443c-4492-b592-ebdccbd79b0c" providerId="ADAL" clId="{6C085BFB-8188-41C0-9F99-678D7B597D20}" dt="2025-03-06T08:38:22.686" v="32" actId="1076"/>
          <ac:picMkLst>
            <pc:docMk/>
            <pc:sldMk cId="556799258" sldId="264"/>
            <ac:picMk id="2" creationId="{1E78AD4F-CA12-DC71-DDC1-920BB16329EF}"/>
          </ac:picMkLst>
        </pc:picChg>
      </pc:sldChg>
      <pc:sldChg chg="addSp new">
        <pc:chgData name="Maaike Vercauteren" userId="ebf6c57b-443c-4492-b592-ebdccbd79b0c" providerId="ADAL" clId="{6C085BFB-8188-41C0-9F99-678D7B597D20}" dt="2025-03-06T08:37:36.650" v="29"/>
        <pc:sldMkLst>
          <pc:docMk/>
          <pc:sldMk cId="3400665824" sldId="265"/>
        </pc:sldMkLst>
        <pc:picChg chg="add">
          <ac:chgData name="Maaike Vercauteren" userId="ebf6c57b-443c-4492-b592-ebdccbd79b0c" providerId="ADAL" clId="{6C085BFB-8188-41C0-9F99-678D7B597D20}" dt="2025-03-06T08:37:36.650" v="29"/>
          <ac:picMkLst>
            <pc:docMk/>
            <pc:sldMk cId="3400665824" sldId="265"/>
            <ac:picMk id="2" creationId="{C1010345-E88A-3D4D-7EEF-128893B385E4}"/>
          </ac:picMkLst>
        </pc:picChg>
      </pc:sldChg>
      <pc:sldChg chg="addSp delSp modSp new mod">
        <pc:chgData name="Maaike Vercauteren" userId="ebf6c57b-443c-4492-b592-ebdccbd79b0c" providerId="ADAL" clId="{6C085BFB-8188-41C0-9F99-678D7B597D20}" dt="2025-03-11T07:28:12.993" v="157"/>
        <pc:sldMkLst>
          <pc:docMk/>
          <pc:sldMk cId="573083663" sldId="266"/>
        </pc:sldMkLst>
        <pc:grpChg chg="add del mod">
          <ac:chgData name="Maaike Vercauteren" userId="ebf6c57b-443c-4492-b592-ebdccbd79b0c" providerId="ADAL" clId="{6C085BFB-8188-41C0-9F99-678D7B597D20}" dt="2025-03-11T07:28:11.318" v="156" actId="478"/>
          <ac:grpSpMkLst>
            <pc:docMk/>
            <pc:sldMk cId="573083663" sldId="266"/>
            <ac:grpSpMk id="4" creationId="{4147D027-497E-C202-09BA-21AFE16FD81F}"/>
          </ac:grpSpMkLst>
        </pc:grpChg>
        <pc:picChg chg="add mod modCrop">
          <ac:chgData name="Maaike Vercauteren" userId="ebf6c57b-443c-4492-b592-ebdccbd79b0c" providerId="ADAL" clId="{6C085BFB-8188-41C0-9F99-678D7B597D20}" dt="2025-03-06T08:41:56.121" v="65" actId="164"/>
          <ac:picMkLst>
            <pc:docMk/>
            <pc:sldMk cId="573083663" sldId="266"/>
            <ac:picMk id="2" creationId="{5BC44233-69DC-AEF7-D462-483DB1274E39}"/>
          </ac:picMkLst>
        </pc:picChg>
        <pc:picChg chg="add mod modCrop">
          <ac:chgData name="Maaike Vercauteren" userId="ebf6c57b-443c-4492-b592-ebdccbd79b0c" providerId="ADAL" clId="{6C085BFB-8188-41C0-9F99-678D7B597D20}" dt="2025-03-06T08:41:56.121" v="65" actId="164"/>
          <ac:picMkLst>
            <pc:docMk/>
            <pc:sldMk cId="573083663" sldId="266"/>
            <ac:picMk id="3" creationId="{FCF6D5F9-2270-1683-A044-33B662DFAB9A}"/>
          </ac:picMkLst>
        </pc:picChg>
        <pc:picChg chg="add">
          <ac:chgData name="Maaike Vercauteren" userId="ebf6c57b-443c-4492-b592-ebdccbd79b0c" providerId="ADAL" clId="{6C085BFB-8188-41C0-9F99-678D7B597D20}" dt="2025-03-11T07:28:12.993" v="157"/>
          <ac:picMkLst>
            <pc:docMk/>
            <pc:sldMk cId="573083663" sldId="266"/>
            <ac:picMk id="5" creationId="{E1A46BD3-894E-2C8F-DFE9-1554DB0F9A99}"/>
          </ac:picMkLst>
        </pc:picChg>
      </pc:sldChg>
      <pc:sldChg chg="addSp new">
        <pc:chgData name="Maaike Vercauteren" userId="ebf6c57b-443c-4492-b592-ebdccbd79b0c" providerId="ADAL" clId="{6C085BFB-8188-41C0-9F99-678D7B597D20}" dt="2025-03-06T08:39:20.485" v="33"/>
        <pc:sldMkLst>
          <pc:docMk/>
          <pc:sldMk cId="1357344463" sldId="267"/>
        </pc:sldMkLst>
        <pc:picChg chg="add">
          <ac:chgData name="Maaike Vercauteren" userId="ebf6c57b-443c-4492-b592-ebdccbd79b0c" providerId="ADAL" clId="{6C085BFB-8188-41C0-9F99-678D7B597D20}" dt="2025-03-06T08:39:20.485" v="33"/>
          <ac:picMkLst>
            <pc:docMk/>
            <pc:sldMk cId="1357344463" sldId="267"/>
            <ac:picMk id="2" creationId="{F8F34373-5D07-70BD-CAF8-7961C728608B}"/>
          </ac:picMkLst>
        </pc:picChg>
      </pc:sldChg>
      <pc:sldChg chg="addSp new">
        <pc:chgData name="Maaike Vercauteren" userId="ebf6c57b-443c-4492-b592-ebdccbd79b0c" providerId="ADAL" clId="{6C085BFB-8188-41C0-9F99-678D7B597D20}" dt="2025-03-06T08:39:30.527" v="34"/>
        <pc:sldMkLst>
          <pc:docMk/>
          <pc:sldMk cId="3363339399" sldId="268"/>
        </pc:sldMkLst>
        <pc:picChg chg="add">
          <ac:chgData name="Maaike Vercauteren" userId="ebf6c57b-443c-4492-b592-ebdccbd79b0c" providerId="ADAL" clId="{6C085BFB-8188-41C0-9F99-678D7B597D20}" dt="2025-03-06T08:39:30.527" v="34"/>
          <ac:picMkLst>
            <pc:docMk/>
            <pc:sldMk cId="3363339399" sldId="268"/>
            <ac:picMk id="2" creationId="{9BA3A52E-6850-1B75-F1F7-527E7CC365B5}"/>
          </ac:picMkLst>
        </pc:picChg>
      </pc:sldChg>
      <pc:sldChg chg="addSp delSp modSp new mod">
        <pc:chgData name="Maaike Vercauteren" userId="ebf6c57b-443c-4492-b592-ebdccbd79b0c" providerId="ADAL" clId="{6C085BFB-8188-41C0-9F99-678D7B597D20}" dt="2025-03-11T07:29:16.619" v="170" actId="164"/>
        <pc:sldMkLst>
          <pc:docMk/>
          <pc:sldMk cId="1788890561" sldId="269"/>
        </pc:sldMkLst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9" creationId="{D0B55AAB-948D-EF67-75AB-51D90028F92B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10" creationId="{ED380FA8-0DAF-CEFA-77A9-32EC8F00D43F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11" creationId="{B6A1C291-EF87-8DBB-BAC4-94480CBF460D}"/>
          </ac:spMkLst>
        </pc:spChg>
        <pc:spChg chg="add del mod">
          <ac:chgData name="Maaike Vercauteren" userId="ebf6c57b-443c-4492-b592-ebdccbd79b0c" providerId="ADAL" clId="{6C085BFB-8188-41C0-9F99-678D7B597D20}" dt="2025-03-11T07:28:53.949" v="169" actId="478"/>
          <ac:spMkLst>
            <pc:docMk/>
            <pc:sldMk cId="1788890561" sldId="269"/>
            <ac:spMk id="12" creationId="{9FA600DC-ADC3-886D-0170-1E0FE8D4C2EB}"/>
          </ac:spMkLst>
        </pc:spChg>
        <pc:spChg chg="add del mod">
          <ac:chgData name="Maaike Vercauteren" userId="ebf6c57b-443c-4492-b592-ebdccbd79b0c" providerId="ADAL" clId="{6C085BFB-8188-41C0-9F99-678D7B597D20}" dt="2025-03-11T07:28:53.256" v="168" actId="478"/>
          <ac:spMkLst>
            <pc:docMk/>
            <pc:sldMk cId="1788890561" sldId="269"/>
            <ac:spMk id="13" creationId="{CDD3FCB3-C04E-7357-240B-8B224D3DB9D9}"/>
          </ac:spMkLst>
        </pc:spChg>
        <pc:spChg chg="add del mod">
          <ac:chgData name="Maaike Vercauteren" userId="ebf6c57b-443c-4492-b592-ebdccbd79b0c" providerId="ADAL" clId="{6C085BFB-8188-41C0-9F99-678D7B597D20}" dt="2025-03-11T07:28:52.222" v="167" actId="478"/>
          <ac:spMkLst>
            <pc:docMk/>
            <pc:sldMk cId="1788890561" sldId="269"/>
            <ac:spMk id="14" creationId="{0A090612-9647-D4C4-FEDC-A894AA322A75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15" creationId="{0EA44B6B-27D6-C757-2A0F-AE7E5AFCE28A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16" creationId="{5554D458-BD47-D036-58EB-0CAA5FD9CFB0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17" creationId="{A5B94D67-B35F-BC43-B502-818211A5BC42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19" creationId="{D5A31238-B8E8-0EC7-B7EF-E2C10140490F}"/>
          </ac:spMkLst>
        </pc:spChg>
        <pc:spChg chg="add mod">
          <ac:chgData name="Maaike Vercauteren" userId="ebf6c57b-443c-4492-b592-ebdccbd79b0c" providerId="ADAL" clId="{6C085BFB-8188-41C0-9F99-678D7B597D20}" dt="2025-03-06T08:46:04.422" v="117" actId="1035"/>
          <ac:spMkLst>
            <pc:docMk/>
            <pc:sldMk cId="1788890561" sldId="269"/>
            <ac:spMk id="20" creationId="{CCC25D00-9D21-429A-5ED9-FF4BB0676B03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21" creationId="{683AE03C-CEC2-28B0-C38F-CADBBD5C5397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22" creationId="{A7F32B38-8E95-3F17-9B63-613B52E754B4}"/>
          </ac:spMkLst>
        </pc:spChg>
        <pc:spChg chg="add mod">
          <ac:chgData name="Maaike Vercauteren" userId="ebf6c57b-443c-4492-b592-ebdccbd79b0c" providerId="ADAL" clId="{6C085BFB-8188-41C0-9F99-678D7B597D20}" dt="2025-03-06T08:46:18.714" v="124" actId="20577"/>
          <ac:spMkLst>
            <pc:docMk/>
            <pc:sldMk cId="1788890561" sldId="269"/>
            <ac:spMk id="23" creationId="{B4D40418-C7A5-1869-0195-BA0084D53FE9}"/>
          </ac:spMkLst>
        </pc:spChg>
        <pc:spChg chg="add mod">
          <ac:chgData name="Maaike Vercauteren" userId="ebf6c57b-443c-4492-b592-ebdccbd79b0c" providerId="ADAL" clId="{6C085BFB-8188-41C0-9F99-678D7B597D20}" dt="2025-03-11T07:29:16.619" v="170" actId="164"/>
          <ac:spMkLst>
            <pc:docMk/>
            <pc:sldMk cId="1788890561" sldId="269"/>
            <ac:spMk id="24" creationId="{C96CC3F2-4539-B304-53CC-B2F905A69ABB}"/>
          </ac:spMkLst>
        </pc:spChg>
        <pc:grpChg chg="add del mod">
          <ac:chgData name="Maaike Vercauteren" userId="ebf6c57b-443c-4492-b592-ebdccbd79b0c" providerId="ADAL" clId="{6C085BFB-8188-41C0-9F99-678D7B597D20}" dt="2025-03-11T07:28:18.449" v="158" actId="478"/>
          <ac:grpSpMkLst>
            <pc:docMk/>
            <pc:sldMk cId="1788890561" sldId="269"/>
            <ac:grpSpMk id="5" creationId="{DD32DDEB-9EE8-1939-97EF-115E4ED26EA8}"/>
          </ac:grpSpMkLst>
        </pc:grpChg>
        <pc:picChg chg="add mod modCrop">
          <ac:chgData name="Maaike Vercauteren" userId="ebf6c57b-443c-4492-b592-ebdccbd79b0c" providerId="ADAL" clId="{6C085BFB-8188-41C0-9F99-678D7B597D20}" dt="2025-03-06T08:40:48.190" v="49" actId="732"/>
          <ac:picMkLst>
            <pc:docMk/>
            <pc:sldMk cId="1788890561" sldId="269"/>
            <ac:picMk id="2" creationId="{C84B9B15-086A-9721-5AE6-553298E3B15A}"/>
          </ac:picMkLst>
        </pc:picChg>
        <pc:picChg chg="add mod modCrop">
          <ac:chgData name="Maaike Vercauteren" userId="ebf6c57b-443c-4492-b592-ebdccbd79b0c" providerId="ADAL" clId="{6C085BFB-8188-41C0-9F99-678D7B597D20}" dt="2025-03-06T08:40:43.510" v="48" actId="732"/>
          <ac:picMkLst>
            <pc:docMk/>
            <pc:sldMk cId="1788890561" sldId="269"/>
            <ac:picMk id="3" creationId="{594FB4FE-8A08-F670-4329-A3472525B742}"/>
          </ac:picMkLst>
        </pc:picChg>
        <pc:picChg chg="add mod">
          <ac:chgData name="Maaike Vercauteren" userId="ebf6c57b-443c-4492-b592-ebdccbd79b0c" providerId="ADAL" clId="{6C085BFB-8188-41C0-9F99-678D7B597D20}" dt="2025-03-11T07:28:41.328" v="164" actId="1076"/>
          <ac:picMkLst>
            <pc:docMk/>
            <pc:sldMk cId="1788890561" sldId="269"/>
            <ac:picMk id="4" creationId="{23867A03-D590-F303-7C40-393C65A69A74}"/>
          </ac:picMkLst>
        </pc:picChg>
        <pc:picChg chg="mod">
          <ac:chgData name="Maaike Vercauteren" userId="ebf6c57b-443c-4492-b592-ebdccbd79b0c" providerId="ADAL" clId="{6C085BFB-8188-41C0-9F99-678D7B597D20}" dt="2025-03-06T08:42:04.907" v="69"/>
          <ac:picMkLst>
            <pc:docMk/>
            <pc:sldMk cId="1788890561" sldId="269"/>
            <ac:picMk id="6" creationId="{DAE81B22-F005-05B8-F277-F12993C36318}"/>
          </ac:picMkLst>
        </pc:picChg>
        <pc:picChg chg="mod">
          <ac:chgData name="Maaike Vercauteren" userId="ebf6c57b-443c-4492-b592-ebdccbd79b0c" providerId="ADAL" clId="{6C085BFB-8188-41C0-9F99-678D7B597D20}" dt="2025-03-06T08:42:04.907" v="69"/>
          <ac:picMkLst>
            <pc:docMk/>
            <pc:sldMk cId="1788890561" sldId="269"/>
            <ac:picMk id="7" creationId="{0654C19A-5F14-1325-197E-F3BCB004C366}"/>
          </ac:picMkLst>
        </pc:picChg>
        <pc:picChg chg="add mod modCrop">
          <ac:chgData name="Maaike Vercauteren" userId="ebf6c57b-443c-4492-b592-ebdccbd79b0c" providerId="ADAL" clId="{6C085BFB-8188-41C0-9F99-678D7B597D20}" dt="2025-03-11T07:28:47.841" v="166" actId="14100"/>
          <ac:picMkLst>
            <pc:docMk/>
            <pc:sldMk cId="1788890561" sldId="269"/>
            <ac:picMk id="8" creationId="{1F4D847C-D948-1CC6-B652-2FDE203DB94D}"/>
          </ac:picMkLst>
        </pc:picChg>
      </pc:sldChg>
      <pc:sldChg chg="addSp new modNotesTx">
        <pc:chgData name="Maaike Vercauteren" userId="ebf6c57b-443c-4492-b592-ebdccbd79b0c" providerId="ADAL" clId="{6C085BFB-8188-41C0-9F99-678D7B597D20}" dt="2025-03-06T08:55:42.495" v="139" actId="20577"/>
        <pc:sldMkLst>
          <pc:docMk/>
          <pc:sldMk cId="2008755974" sldId="270"/>
        </pc:sldMkLst>
        <pc:picChg chg="add">
          <ac:chgData name="Maaike Vercauteren" userId="ebf6c57b-443c-4492-b592-ebdccbd79b0c" providerId="ADAL" clId="{6C085BFB-8188-41C0-9F99-678D7B597D20}" dt="2025-03-06T08:55:39.517" v="130"/>
          <ac:picMkLst>
            <pc:docMk/>
            <pc:sldMk cId="2008755974" sldId="270"/>
            <ac:picMk id="2" creationId="{C85E5E17-1D40-F2AC-4774-D66F62131602}"/>
          </ac:picMkLst>
        </pc:picChg>
      </pc:sldChg>
      <pc:sldChg chg="addSp delSp new mod modClrScheme chgLayout modNotesTx">
        <pc:chgData name="Maaike Vercauteren" userId="ebf6c57b-443c-4492-b592-ebdccbd79b0c" providerId="ADAL" clId="{6C085BFB-8188-41C0-9F99-678D7B597D20}" dt="2025-03-06T08:56:30.217" v="152" actId="20577"/>
        <pc:sldMkLst>
          <pc:docMk/>
          <pc:sldMk cId="4105410793" sldId="271"/>
        </pc:sldMkLst>
        <pc:picChg chg="add">
          <ac:chgData name="Maaike Vercauteren" userId="ebf6c57b-443c-4492-b592-ebdccbd79b0c" providerId="ADAL" clId="{6C085BFB-8188-41C0-9F99-678D7B597D20}" dt="2025-03-06T08:56:26.678" v="142"/>
          <ac:picMkLst>
            <pc:docMk/>
            <pc:sldMk cId="4105410793" sldId="271"/>
            <ac:picMk id="4" creationId="{61A932BF-2F1A-E0E4-017A-11E5A4946EB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A1A29C-9888-4C0D-AEA5-93452BD24CCF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E24283-A4F9-45EC-ADED-AA9309878B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228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24283-A4F9-45EC-ADED-AA9309878B6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286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24283-A4F9-45EC-ADED-AA9309878B6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374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24283-A4F9-45EC-ADED-AA9309878B6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07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 err="1"/>
              <a:t>Scaling</a:t>
            </a:r>
            <a:r>
              <a:rPr lang="nl-BE" dirty="0"/>
              <a:t>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24283-A4F9-45EC-ADED-AA9309878B6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11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Scaling1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24283-A4F9-45EC-ADED-AA9309878B6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705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6E990-009D-B9EF-FD53-2DB448E41A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5ED60F-FB6B-78D5-3F41-9331AE9E6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830E6-21C8-3623-1EFE-EB011F283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4EF55-092C-A62C-F682-E83C6F6D7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373BA-65D7-036D-125D-AE74C2EC7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628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90C2A-6FD2-255F-7DD3-6B94D8DE2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055423-2C7D-7875-6F0C-398107F7B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4133C-763F-75A8-0AA2-454F41EC6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A8AA1F-7872-1984-6D03-225E402AC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EE7D7-CAAA-D1DF-A650-63398AB97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026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395F1-1DD0-7B6A-4CD3-D0B5C56EE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25F09-C2F2-C5A0-62CC-F7F2D954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1F7C42-85F1-A959-669F-EB1BEEF1B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ADEFC-DFB7-F540-98E0-378C1CFAB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C6FA4D-87B7-4589-3D19-4266FBF60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650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1010-E2ED-B70C-5A29-093503F94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E13F0-4799-D589-A3AE-AACBD14276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AE1F53-24BE-2D56-9459-8B0746CE0B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0DD24B-335E-4862-32BD-B8E41F05D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E53503-2ECA-70DD-7AAA-4A44DFA6B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14DC0B-DC44-7DDA-C6C1-B02DA5AA0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455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FC687-8669-286A-639D-CACE046C1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5676ED-2947-EBC4-6B88-8BD98A2D4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BB6929-AA68-62A4-DD8E-2CF26CD58D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A3ED03-6611-F9A2-E9EA-F2FB005E3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DA8298-E968-B3BD-6101-E6FAB5F1C6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00DB09-B350-14A4-CAC6-497E5B509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AA9350-25EE-F7EF-DF7C-B61234D20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9B7700-0654-6D7B-01F0-98EFD22A0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261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CF907-EDA6-E17E-FC7E-DE251C028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D85783-521C-9018-895C-EAAB8CEE5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276741-03EF-1404-5BC8-8992B0A46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FDB7AC-9106-AD60-19C1-1F56ACB02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698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93F96D-8099-32EC-C216-3F9D5FA2A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FA430B-8F1B-94F0-2B84-E949F6767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81817-1C00-B2F4-EC1A-8C30D0519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85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D01A1-912B-F4DA-FA12-7A98F174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64D95-BD9E-8C81-3716-882822AAF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CE990-5970-A60F-9EFA-C09F268127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060B0-14B3-BD0B-8D24-F7B80C6CF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29F75-D4D8-EABB-6F20-93E61713C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BEF543-736E-EC73-1E48-DC8A78D3E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088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A5080-0001-6105-BDF1-98D512F1A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2C07AF-B178-A9D7-99B2-C4B6AD3149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E9088-3D32-5B14-5C81-32CA6B09CE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77991D-7DDA-8703-5033-098F05A6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282432-4413-466B-4576-A34B5EFD0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B6A4AC-54DE-5721-BDE7-B446E061E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295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63271-8944-CBFF-5F70-B417D61A8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068539-12FE-F3CF-C988-757A4541F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77961-BFBB-910B-7A8F-2A4172859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92A17-A843-EB73-D947-E1F58827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ACE7C-DA9F-AC5D-34F6-63C9AFC9C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225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8ED5F8-9EEA-52DF-743B-866838F562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DB86C9-212A-F5C3-3CD7-0DCF29566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8A677-6730-3C22-79DF-C93A7FC3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D96A0-7BDF-DF94-6809-020A62BC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5C011-FAEF-35FC-0435-5DDD96E8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828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8B3256-5E71-C458-7BC4-D5B11A67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5196F6-3224-D2B0-1CF2-6BCD09F0BF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45D5DB-1AF5-F8AA-8EDC-6E5047E702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352906-D548-4D17-8848-0C5DDA2AFE35}" type="datetimeFigureOut">
              <a:rPr lang="en-US" smtClean="0"/>
              <a:t>3/11/2025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A14B4-1757-6C8F-7524-0AE2C816F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21FE5-63BC-2C1F-64F9-2224C48239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944973-A288-4CFE-B2E6-4F7318390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469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0CA80-47EA-5C18-F92E-EA2733BF0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Micro_WAT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07465-CB3D-9A57-6463-DB8C73E554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97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7E8FA-9E4D-A0A6-FB95-C48418F2BEEE}"/>
              </a:ext>
            </a:extLst>
          </p:cNvPr>
          <p:cNvGrpSpPr/>
          <p:nvPr/>
        </p:nvGrpSpPr>
        <p:grpSpPr>
          <a:xfrm>
            <a:off x="0" y="45661"/>
            <a:ext cx="12329310" cy="6812339"/>
            <a:chOff x="0" y="45661"/>
            <a:chExt cx="12329310" cy="6812339"/>
          </a:xfrm>
        </p:grpSpPr>
        <p:sp>
          <p:nvSpPr>
            <p:cNvPr id="5" name="AutoShape 2">
              <a:extLst>
                <a:ext uri="{FF2B5EF4-FFF2-40B4-BE49-F238E27FC236}">
                  <a16:creationId xmlns:a16="http://schemas.microsoft.com/office/drawing/2014/main" id="{FE152EE9-23B5-15A6-C325-31BDF3BC7597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3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3CE7A1-AED1-F994-0DB4-F1818DC61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5661"/>
              <a:ext cx="12192000" cy="681233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DBAF2E4-C0BF-5441-63B7-E51CA0FDF460}"/>
                </a:ext>
              </a:extLst>
            </p:cNvPr>
            <p:cNvSpPr txBox="1"/>
            <p:nvPr/>
          </p:nvSpPr>
          <p:spPr>
            <a:xfrm>
              <a:off x="1004935" y="6097706"/>
              <a:ext cx="18559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dirty="0">
                  <a:solidFill>
                    <a:schemeClr val="bg1">
                      <a:lumMod val="50000"/>
                    </a:schemeClr>
                  </a:solidFill>
                </a:rPr>
                <a:t>Cluster 3</a:t>
              </a:r>
              <a:endParaRPr lang="en-US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CEFA57A-4628-8BA0-913B-0B4AF6759DD9}"/>
                </a:ext>
              </a:extLst>
            </p:cNvPr>
            <p:cNvSpPr txBox="1"/>
            <p:nvPr/>
          </p:nvSpPr>
          <p:spPr>
            <a:xfrm>
              <a:off x="10473351" y="6145794"/>
              <a:ext cx="18559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dirty="0">
                  <a:solidFill>
                    <a:schemeClr val="bg1">
                      <a:lumMod val="50000"/>
                    </a:schemeClr>
                  </a:solidFill>
                </a:rPr>
                <a:t>Cluster 2</a:t>
              </a:r>
              <a:endParaRPr lang="en-US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36F8240-5CB7-ACE7-6D56-D2B93671462A}"/>
                </a:ext>
              </a:extLst>
            </p:cNvPr>
            <p:cNvSpPr txBox="1"/>
            <p:nvPr/>
          </p:nvSpPr>
          <p:spPr>
            <a:xfrm>
              <a:off x="2860894" y="6168625"/>
              <a:ext cx="8238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dirty="0">
                  <a:solidFill>
                    <a:schemeClr val="bg1">
                      <a:lumMod val="50000"/>
                    </a:schemeClr>
                  </a:solidFill>
                </a:rPr>
                <a:t>Cluster 1</a:t>
              </a:r>
              <a:endParaRPr lang="en-US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A0C8B67-0A6F-3337-7292-31F9EA7D8C04}"/>
                </a:ext>
              </a:extLst>
            </p:cNvPr>
            <p:cNvSpPr/>
            <p:nvPr/>
          </p:nvSpPr>
          <p:spPr>
            <a:xfrm>
              <a:off x="2906162" y="4137434"/>
              <a:ext cx="2544024" cy="2008360"/>
            </a:xfrm>
            <a:prstGeom prst="rect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824C5FC-C992-9A4C-618B-978DEDC2DD96}"/>
                </a:ext>
              </a:extLst>
            </p:cNvPr>
            <p:cNvSpPr/>
            <p:nvPr/>
          </p:nvSpPr>
          <p:spPr>
            <a:xfrm>
              <a:off x="5450186" y="4137434"/>
              <a:ext cx="1050202" cy="2008360"/>
            </a:xfrm>
            <a:prstGeom prst="rect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08AD6D-1B60-8ADB-6B48-B37A89324092}"/>
                </a:ext>
              </a:extLst>
            </p:cNvPr>
            <p:cNvSpPr/>
            <p:nvPr/>
          </p:nvSpPr>
          <p:spPr>
            <a:xfrm>
              <a:off x="6500388" y="4137434"/>
              <a:ext cx="1383671" cy="2008360"/>
            </a:xfrm>
            <a:prstGeom prst="rect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2E74963-778A-AD99-A804-B8DF629E9D21}"/>
                </a:ext>
              </a:extLst>
            </p:cNvPr>
            <p:cNvSpPr/>
            <p:nvPr/>
          </p:nvSpPr>
          <p:spPr>
            <a:xfrm>
              <a:off x="7884059" y="4160265"/>
              <a:ext cx="3184081" cy="2008360"/>
            </a:xfrm>
            <a:prstGeom prst="rect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DD3E44-6143-E91E-2F69-5F13C19C18AF}"/>
                </a:ext>
              </a:extLst>
            </p:cNvPr>
            <p:cNvSpPr txBox="1"/>
            <p:nvPr/>
          </p:nvSpPr>
          <p:spPr>
            <a:xfrm>
              <a:off x="2906160" y="5856616"/>
              <a:ext cx="25440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sz="1200" dirty="0" err="1">
                  <a:solidFill>
                    <a:schemeClr val="bg1">
                      <a:lumMod val="50000"/>
                    </a:schemeClr>
                  </a:solidFill>
                </a:rPr>
                <a:t>Subcluster</a:t>
              </a:r>
              <a:r>
                <a:rPr lang="nl-BE" sz="1200" dirty="0">
                  <a:solidFill>
                    <a:schemeClr val="bg1">
                      <a:lumMod val="50000"/>
                    </a:schemeClr>
                  </a:solidFill>
                </a:rPr>
                <a:t> 1</a:t>
              </a: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6748D67-C540-189F-05B5-E2FA5023B297}"/>
                </a:ext>
              </a:extLst>
            </p:cNvPr>
            <p:cNvSpPr txBox="1"/>
            <p:nvPr/>
          </p:nvSpPr>
          <p:spPr>
            <a:xfrm>
              <a:off x="5450186" y="5847273"/>
              <a:ext cx="10502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sz="1200" dirty="0" err="1">
                  <a:solidFill>
                    <a:schemeClr val="bg1">
                      <a:lumMod val="50000"/>
                    </a:schemeClr>
                  </a:solidFill>
                </a:rPr>
                <a:t>Subcluster</a:t>
              </a:r>
              <a:r>
                <a:rPr lang="nl-BE" sz="1200" dirty="0">
                  <a:solidFill>
                    <a:schemeClr val="bg1">
                      <a:lumMod val="50000"/>
                    </a:schemeClr>
                  </a:solidFill>
                </a:rPr>
                <a:t> 2</a:t>
              </a: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BE79D5-DE12-F250-3735-A0F831ED9C87}"/>
                </a:ext>
              </a:extLst>
            </p:cNvPr>
            <p:cNvSpPr txBox="1"/>
            <p:nvPr/>
          </p:nvSpPr>
          <p:spPr>
            <a:xfrm>
              <a:off x="6500387" y="5856616"/>
              <a:ext cx="138367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sz="1200" dirty="0" err="1">
                  <a:solidFill>
                    <a:schemeClr val="bg1">
                      <a:lumMod val="50000"/>
                    </a:schemeClr>
                  </a:solidFill>
                </a:rPr>
                <a:t>Subcluster</a:t>
              </a:r>
              <a:r>
                <a:rPr lang="nl-BE" sz="1200" dirty="0">
                  <a:solidFill>
                    <a:schemeClr val="bg1">
                      <a:lumMod val="50000"/>
                    </a:schemeClr>
                  </a:solidFill>
                </a:rPr>
                <a:t> 3</a:t>
              </a: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7CF5A1-1433-17B1-8B5E-457583DD7EED}"/>
                </a:ext>
              </a:extLst>
            </p:cNvPr>
            <p:cNvSpPr txBox="1"/>
            <p:nvPr/>
          </p:nvSpPr>
          <p:spPr>
            <a:xfrm>
              <a:off x="7884060" y="5870104"/>
              <a:ext cx="32154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sz="1200" dirty="0" err="1">
                  <a:solidFill>
                    <a:schemeClr val="bg1">
                      <a:lumMod val="50000"/>
                    </a:schemeClr>
                  </a:solidFill>
                </a:rPr>
                <a:t>Subcluster</a:t>
              </a:r>
              <a:r>
                <a:rPr lang="nl-BE" sz="1200" dirty="0">
                  <a:solidFill>
                    <a:schemeClr val="bg1">
                      <a:lumMod val="50000"/>
                    </a:schemeClr>
                  </a:solidFill>
                </a:rPr>
                <a:t> 4</a:t>
              </a: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204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748C1A8-FD63-FEF0-EBC4-5B6E7BDE84E7}"/>
              </a:ext>
            </a:extLst>
          </p:cNvPr>
          <p:cNvGrpSpPr/>
          <p:nvPr/>
        </p:nvGrpSpPr>
        <p:grpSpPr>
          <a:xfrm>
            <a:off x="1685652" y="814041"/>
            <a:ext cx="8651422" cy="6043959"/>
            <a:chOff x="1685652" y="814041"/>
            <a:chExt cx="8651422" cy="604395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7799CCD-D791-3337-CACE-305C212D8EC9}"/>
                </a:ext>
              </a:extLst>
            </p:cNvPr>
            <p:cNvGrpSpPr/>
            <p:nvPr/>
          </p:nvGrpSpPr>
          <p:grpSpPr>
            <a:xfrm>
              <a:off x="1685652" y="814041"/>
              <a:ext cx="8651422" cy="6043959"/>
              <a:chOff x="1685652" y="814041"/>
              <a:chExt cx="8651422" cy="6043959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C51B3A69-2814-9600-8A9F-BC4DC8FD1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18325"/>
              <a:stretch/>
            </p:blipFill>
            <p:spPr>
              <a:xfrm>
                <a:off x="1685653" y="2407614"/>
                <a:ext cx="8651421" cy="4450386"/>
              </a:xfrm>
              <a:prstGeom prst="rect">
                <a:avLst/>
              </a:prstGeom>
            </p:spPr>
          </p:pic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BC0BA221-A253-794D-9A3C-4247663E35FC}"/>
                  </a:ext>
                </a:extLst>
              </p:cNvPr>
              <p:cNvGrpSpPr/>
              <p:nvPr/>
            </p:nvGrpSpPr>
            <p:grpSpPr>
              <a:xfrm>
                <a:off x="1685652" y="814041"/>
                <a:ext cx="8651421" cy="1593573"/>
                <a:chOff x="-3099706" y="1418545"/>
                <a:chExt cx="10858500" cy="2010455"/>
              </a:xfrm>
            </p:grpSpPr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86DF322A-BA72-4CCE-D86F-AB32EA10093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90080"/>
                <a:stretch/>
              </p:blipFill>
              <p:spPr>
                <a:xfrm>
                  <a:off x="-3099706" y="2750548"/>
                  <a:ext cx="10858500" cy="678452"/>
                </a:xfrm>
                <a:prstGeom prst="rect">
                  <a:avLst/>
                </a:prstGeom>
              </p:spPr>
            </p:pic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9644C86B-3EF3-D178-47DC-5F9CECE887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b="80523"/>
                <a:stretch/>
              </p:blipFill>
              <p:spPr>
                <a:xfrm>
                  <a:off x="-3099706" y="1418545"/>
                  <a:ext cx="10858500" cy="1332003"/>
                </a:xfrm>
                <a:prstGeom prst="rect">
                  <a:avLst/>
                </a:prstGeom>
              </p:spPr>
            </p:pic>
          </p:grp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2AC89E-4012-8F3D-85B6-1CE0D991512B}"/>
                </a:ext>
              </a:extLst>
            </p:cNvPr>
            <p:cNvSpPr txBox="1"/>
            <p:nvPr/>
          </p:nvSpPr>
          <p:spPr>
            <a:xfrm>
              <a:off x="6226628" y="1487239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4A4BDF4-B9C0-0A5F-F1CA-26ECE90217CB}"/>
                </a:ext>
              </a:extLst>
            </p:cNvPr>
            <p:cNvSpPr txBox="1"/>
            <p:nvPr/>
          </p:nvSpPr>
          <p:spPr>
            <a:xfrm>
              <a:off x="6770914" y="5695387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3BECAA9-86A3-F611-1F5A-A8F35EE5F0F9}"/>
                </a:ext>
              </a:extLst>
            </p:cNvPr>
            <p:cNvSpPr txBox="1"/>
            <p:nvPr/>
          </p:nvSpPr>
          <p:spPr>
            <a:xfrm>
              <a:off x="7593874" y="3725705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3321D3-C6E6-87A0-F6A3-885611C63D4D}"/>
                </a:ext>
              </a:extLst>
            </p:cNvPr>
            <p:cNvSpPr txBox="1"/>
            <p:nvPr/>
          </p:nvSpPr>
          <p:spPr>
            <a:xfrm>
              <a:off x="6483531" y="3404224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42DB4F4-F586-60F4-BE0B-878AFCCBCC06}"/>
                </a:ext>
              </a:extLst>
            </p:cNvPr>
            <p:cNvSpPr txBox="1"/>
            <p:nvPr/>
          </p:nvSpPr>
          <p:spPr>
            <a:xfrm>
              <a:off x="6096000" y="1186873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14AD73-D6B4-A339-D2C2-682CFE2DE73C}"/>
                </a:ext>
              </a:extLst>
            </p:cNvPr>
            <p:cNvSpPr txBox="1"/>
            <p:nvPr/>
          </p:nvSpPr>
          <p:spPr>
            <a:xfrm>
              <a:off x="8255725" y="2453468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C86B0F3-FD07-3697-B85F-A891C25429CA}"/>
                </a:ext>
              </a:extLst>
            </p:cNvPr>
            <p:cNvSpPr txBox="1"/>
            <p:nvPr/>
          </p:nvSpPr>
          <p:spPr>
            <a:xfrm>
              <a:off x="8255725" y="2740981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CBCECC-4ADB-940A-6E54-43EF0BFF5D9A}"/>
                </a:ext>
              </a:extLst>
            </p:cNvPr>
            <p:cNvSpPr txBox="1"/>
            <p:nvPr/>
          </p:nvSpPr>
          <p:spPr>
            <a:xfrm>
              <a:off x="8255724" y="4078809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724F163-4B83-AAC2-9313-351E07109EE2}"/>
                </a:ext>
              </a:extLst>
            </p:cNvPr>
            <p:cNvSpPr txBox="1"/>
            <p:nvPr/>
          </p:nvSpPr>
          <p:spPr>
            <a:xfrm>
              <a:off x="5821680" y="1500512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7C6E5FC-DFF0-BA84-A037-D107BEAB367A}"/>
                </a:ext>
              </a:extLst>
            </p:cNvPr>
            <p:cNvSpPr txBox="1"/>
            <p:nvPr/>
          </p:nvSpPr>
          <p:spPr>
            <a:xfrm>
              <a:off x="5277395" y="5695387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CC1E26-F017-6B4E-E9D3-98802F4D305E}"/>
                </a:ext>
              </a:extLst>
            </p:cNvPr>
            <p:cNvSpPr txBox="1"/>
            <p:nvPr/>
          </p:nvSpPr>
          <p:spPr>
            <a:xfrm>
              <a:off x="3971108" y="1186873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B8D3CE3-CA13-3C47-7ECF-04512EE6F60E}"/>
                </a:ext>
              </a:extLst>
            </p:cNvPr>
            <p:cNvSpPr txBox="1"/>
            <p:nvPr/>
          </p:nvSpPr>
          <p:spPr>
            <a:xfrm>
              <a:off x="5564778" y="3725705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206639-B354-CFFD-15A7-8F622BAD3525}"/>
                </a:ext>
              </a:extLst>
            </p:cNvPr>
            <p:cNvSpPr txBox="1"/>
            <p:nvPr/>
          </p:nvSpPr>
          <p:spPr>
            <a:xfrm>
              <a:off x="4262847" y="3412066"/>
              <a:ext cx="2873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BE" dirty="0"/>
                <a:t>*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89420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7AEF501-431A-BB70-528F-0281CD23DFCA}"/>
              </a:ext>
            </a:extLst>
          </p:cNvPr>
          <p:cNvGrpSpPr/>
          <p:nvPr/>
        </p:nvGrpSpPr>
        <p:grpSpPr>
          <a:xfrm>
            <a:off x="0" y="733737"/>
            <a:ext cx="12192000" cy="1567490"/>
            <a:chOff x="0" y="733737"/>
            <a:chExt cx="12192000" cy="156749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3F4349C7-1C8F-5EE2-8DC1-1A02DC3F8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80581"/>
            <a:stretch/>
          </p:blipFill>
          <p:spPr>
            <a:xfrm>
              <a:off x="0" y="733737"/>
              <a:ext cx="12192000" cy="104935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5DADD47-701D-54B6-234A-C52144000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90411"/>
            <a:stretch/>
          </p:blipFill>
          <p:spPr>
            <a:xfrm>
              <a:off x="0" y="1783094"/>
              <a:ext cx="12192000" cy="518133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5B03F69-2E25-E705-A4F9-B8C5BB24AC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271"/>
          <a:stretch/>
        </p:blipFill>
        <p:spPr>
          <a:xfrm>
            <a:off x="0" y="2301227"/>
            <a:ext cx="12192000" cy="44163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700FA-40BF-45FE-A19E-53B3D788625A}"/>
              </a:ext>
            </a:extLst>
          </p:cNvPr>
          <p:cNvSpPr txBox="1"/>
          <p:nvPr/>
        </p:nvSpPr>
        <p:spPr>
          <a:xfrm>
            <a:off x="3697061" y="1413762"/>
            <a:ext cx="287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*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7693A1-8C4F-2BC8-57E9-D3F94595BAA6}"/>
              </a:ext>
            </a:extLst>
          </p:cNvPr>
          <p:cNvSpPr txBox="1"/>
          <p:nvPr/>
        </p:nvSpPr>
        <p:spPr>
          <a:xfrm>
            <a:off x="3211831" y="5552512"/>
            <a:ext cx="287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*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9C1967-BAAA-5E29-9B73-2C9B38500C62}"/>
              </a:ext>
            </a:extLst>
          </p:cNvPr>
          <p:cNvSpPr txBox="1"/>
          <p:nvPr/>
        </p:nvSpPr>
        <p:spPr>
          <a:xfrm>
            <a:off x="2247083" y="1091623"/>
            <a:ext cx="287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*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B3E249-E149-56CB-3F26-75EBC08B7B2C}"/>
              </a:ext>
            </a:extLst>
          </p:cNvPr>
          <p:cNvSpPr txBox="1"/>
          <p:nvPr/>
        </p:nvSpPr>
        <p:spPr>
          <a:xfrm>
            <a:off x="3478803" y="3621915"/>
            <a:ext cx="287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*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3F2C73-A8B0-E4A8-3BBD-F918D0418C9F}"/>
              </a:ext>
            </a:extLst>
          </p:cNvPr>
          <p:cNvSpPr txBox="1"/>
          <p:nvPr/>
        </p:nvSpPr>
        <p:spPr>
          <a:xfrm>
            <a:off x="2467791" y="3299776"/>
            <a:ext cx="287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*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4FFE2-4CE7-1E39-8106-5B866EDE02F5}"/>
              </a:ext>
            </a:extLst>
          </p:cNvPr>
          <p:cNvSpPr txBox="1"/>
          <p:nvPr/>
        </p:nvSpPr>
        <p:spPr>
          <a:xfrm>
            <a:off x="10570300" y="2301227"/>
            <a:ext cx="287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*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74623A-B6D9-5CEB-18DD-AD63215FD812}"/>
              </a:ext>
            </a:extLst>
          </p:cNvPr>
          <p:cNvSpPr txBox="1"/>
          <p:nvPr/>
        </p:nvSpPr>
        <p:spPr>
          <a:xfrm>
            <a:off x="10570300" y="2588740"/>
            <a:ext cx="287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*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F3537C-D0E5-87B2-598D-3D868FE2C2E7}"/>
              </a:ext>
            </a:extLst>
          </p:cNvPr>
          <p:cNvSpPr txBox="1"/>
          <p:nvPr/>
        </p:nvSpPr>
        <p:spPr>
          <a:xfrm>
            <a:off x="10570299" y="3926568"/>
            <a:ext cx="287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332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BB00BFE-3559-D2DD-92A4-9CC726FDC61E}"/>
              </a:ext>
            </a:extLst>
          </p:cNvPr>
          <p:cNvGrpSpPr/>
          <p:nvPr/>
        </p:nvGrpSpPr>
        <p:grpSpPr>
          <a:xfrm>
            <a:off x="1925053" y="106593"/>
            <a:ext cx="9785683" cy="10571007"/>
            <a:chOff x="1925053" y="106593"/>
            <a:chExt cx="9785683" cy="10571007"/>
          </a:xfrm>
        </p:grpSpPr>
        <p:pic>
          <p:nvPicPr>
            <p:cNvPr id="3" name="Picture 2" descr="A diagram of a computer&#10;&#10;Description automatically generated">
              <a:extLst>
                <a:ext uri="{FF2B5EF4-FFF2-40B4-BE49-F238E27FC236}">
                  <a16:creationId xmlns:a16="http://schemas.microsoft.com/office/drawing/2014/main" id="{53373272-26D6-0128-9A00-A9402EB22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5053" y="106593"/>
              <a:ext cx="9785683" cy="4527596"/>
            </a:xfrm>
            <a:prstGeom prst="rect">
              <a:avLst/>
            </a:prstGeom>
          </p:spPr>
        </p:pic>
        <p:pic>
          <p:nvPicPr>
            <p:cNvPr id="7" name="Picture 6" descr="A graph of a bar chart&#10;&#10;Description automatically generated with medium confidence">
              <a:extLst>
                <a:ext uri="{FF2B5EF4-FFF2-40B4-BE49-F238E27FC236}">
                  <a16:creationId xmlns:a16="http://schemas.microsoft.com/office/drawing/2014/main" id="{AB9393E5-9437-8888-D9AA-EE6A51A86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25053" y="4634189"/>
              <a:ext cx="9400673" cy="60434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078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BA297C2-735B-19A0-E3FB-AD53C556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8701"/>
            <a:ext cx="12192000" cy="5360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916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40C30F4-1CD0-11A3-2728-1FCD2CC8D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9528"/>
            <a:ext cx="12192000" cy="5298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12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D8E55-BBB8-0018-2052-A58FC50F2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Macro_WAT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7C39F4-C682-6248-24BE-BED55C1ED1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33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8AD4F-CA12-DC71-DDC1-920BB1632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038" y="0"/>
            <a:ext cx="10889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799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010345-E88A-3D4D-7EEF-128893B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16" y="0"/>
            <a:ext cx="10889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66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A46BD3-894E-2C8F-DFE9-1554DB0F9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29592"/>
            <a:ext cx="12192000" cy="1598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083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2388B11C-7A6C-27CA-F08A-B5FED0CDBCDF}"/>
              </a:ext>
            </a:extLst>
          </p:cNvPr>
          <p:cNvGrpSpPr/>
          <p:nvPr/>
        </p:nvGrpSpPr>
        <p:grpSpPr>
          <a:xfrm>
            <a:off x="72629" y="135802"/>
            <a:ext cx="12314776" cy="11124114"/>
            <a:chOff x="72629" y="135802"/>
            <a:chExt cx="12314776" cy="1112411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C84B9B15-086A-9721-5AE6-553298E3B1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241" t="71631"/>
            <a:stretch/>
          </p:blipFill>
          <p:spPr>
            <a:xfrm>
              <a:off x="1412340" y="1828801"/>
              <a:ext cx="10209925" cy="1810692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94FB4FE-8A08-F670-4329-A3472525B7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493" b="28723"/>
            <a:stretch/>
          </p:blipFill>
          <p:spPr>
            <a:xfrm>
              <a:off x="1330858" y="135802"/>
              <a:ext cx="10291407" cy="1692999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F4D847C-D948-1CC6-B652-2FDE203DB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9401"/>
            <a:stretch/>
          </p:blipFill>
          <p:spPr>
            <a:xfrm>
              <a:off x="72629" y="4978462"/>
              <a:ext cx="11247703" cy="6281454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0B55AAB-948D-EF67-75AB-51D90028F92B}"/>
                </a:ext>
              </a:extLst>
            </p:cNvPr>
            <p:cNvSpPr txBox="1"/>
            <p:nvPr/>
          </p:nvSpPr>
          <p:spPr>
            <a:xfrm>
              <a:off x="1412340" y="1691262"/>
              <a:ext cx="18559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dirty="0">
                  <a:solidFill>
                    <a:schemeClr val="bg1">
                      <a:lumMod val="50000"/>
                    </a:schemeClr>
                  </a:solidFill>
                </a:rPr>
                <a:t>Cluster 3</a:t>
              </a:r>
              <a:endParaRPr lang="en-US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D380FA8-0DAF-CEFA-77A9-32EC8F00D43F}"/>
                </a:ext>
              </a:extLst>
            </p:cNvPr>
            <p:cNvSpPr txBox="1"/>
            <p:nvPr/>
          </p:nvSpPr>
          <p:spPr>
            <a:xfrm>
              <a:off x="1704868" y="1988365"/>
              <a:ext cx="18559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dirty="0">
                  <a:solidFill>
                    <a:schemeClr val="bg1">
                      <a:lumMod val="50000"/>
                    </a:schemeClr>
                  </a:solidFill>
                </a:rPr>
                <a:t>Cluster 2</a:t>
              </a:r>
              <a:endParaRPr lang="en-US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6A1C291-EF87-8DBB-BAC4-94480CBF460D}"/>
                </a:ext>
              </a:extLst>
            </p:cNvPr>
            <p:cNvSpPr txBox="1"/>
            <p:nvPr/>
          </p:nvSpPr>
          <p:spPr>
            <a:xfrm>
              <a:off x="2830080" y="2010284"/>
              <a:ext cx="8238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dirty="0">
                  <a:solidFill>
                    <a:schemeClr val="bg1">
                      <a:lumMod val="50000"/>
                    </a:schemeClr>
                  </a:solidFill>
                </a:rPr>
                <a:t>Cluster 1</a:t>
              </a:r>
              <a:endParaRPr lang="en-US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EA44B6B-27D6-C757-2A0F-AE7E5AFCE28A}"/>
                </a:ext>
              </a:extLst>
            </p:cNvPr>
            <p:cNvSpPr/>
            <p:nvPr/>
          </p:nvSpPr>
          <p:spPr>
            <a:xfrm>
              <a:off x="10412796" y="2389916"/>
              <a:ext cx="655940" cy="1052387"/>
            </a:xfrm>
            <a:prstGeom prst="rect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554D458-BD47-D036-58EB-0CAA5FD9CFB0}"/>
                </a:ext>
              </a:extLst>
            </p:cNvPr>
            <p:cNvSpPr txBox="1"/>
            <p:nvPr/>
          </p:nvSpPr>
          <p:spPr>
            <a:xfrm>
              <a:off x="9171915" y="3383300"/>
              <a:ext cx="32154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sz="1200" dirty="0" err="1">
                  <a:solidFill>
                    <a:schemeClr val="bg1">
                      <a:lumMod val="50000"/>
                    </a:schemeClr>
                  </a:solidFill>
                </a:rPr>
                <a:t>Subcluster</a:t>
              </a:r>
              <a:r>
                <a:rPr lang="nl-BE" sz="1200" dirty="0">
                  <a:solidFill>
                    <a:schemeClr val="bg1">
                      <a:lumMod val="50000"/>
                    </a:schemeClr>
                  </a:solidFill>
                </a:rPr>
                <a:t> 4</a:t>
              </a: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5B94D67-B35F-BC43-B502-818211A5BC42}"/>
                </a:ext>
              </a:extLst>
            </p:cNvPr>
            <p:cNvSpPr txBox="1"/>
            <p:nvPr/>
          </p:nvSpPr>
          <p:spPr>
            <a:xfrm>
              <a:off x="776889" y="1323568"/>
              <a:ext cx="18559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dirty="0">
                  <a:solidFill>
                    <a:schemeClr val="bg1">
                      <a:lumMod val="50000"/>
                    </a:schemeClr>
                  </a:solidFill>
                </a:rPr>
                <a:t>Cluster 4</a:t>
              </a:r>
              <a:endParaRPr lang="en-US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5A31238-B8E8-0EC7-B7EF-E2C10140490F}"/>
                </a:ext>
              </a:extLst>
            </p:cNvPr>
            <p:cNvSpPr/>
            <p:nvPr/>
          </p:nvSpPr>
          <p:spPr>
            <a:xfrm>
              <a:off x="2340319" y="2371576"/>
              <a:ext cx="771849" cy="1052387"/>
            </a:xfrm>
            <a:prstGeom prst="rect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CC25D00-9D21-429A-5ED9-FF4BB0676B03}"/>
                </a:ext>
              </a:extLst>
            </p:cNvPr>
            <p:cNvSpPr/>
            <p:nvPr/>
          </p:nvSpPr>
          <p:spPr>
            <a:xfrm>
              <a:off x="3108814" y="2393495"/>
              <a:ext cx="771849" cy="1052387"/>
            </a:xfrm>
            <a:prstGeom prst="rect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83AE03C-CEC2-28B0-C38F-CADBBD5C5397}"/>
                </a:ext>
              </a:extLst>
            </p:cNvPr>
            <p:cNvSpPr/>
            <p:nvPr/>
          </p:nvSpPr>
          <p:spPr>
            <a:xfrm>
              <a:off x="3816275" y="2410919"/>
              <a:ext cx="6596521" cy="1052387"/>
            </a:xfrm>
            <a:prstGeom prst="rect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7F32B38-8E95-3F17-9B63-613B52E754B4}"/>
                </a:ext>
              </a:extLst>
            </p:cNvPr>
            <p:cNvSpPr txBox="1"/>
            <p:nvPr/>
          </p:nvSpPr>
          <p:spPr>
            <a:xfrm>
              <a:off x="5577137" y="3440274"/>
              <a:ext cx="32154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sz="1200" dirty="0" err="1">
                  <a:solidFill>
                    <a:schemeClr val="bg1">
                      <a:lumMod val="50000"/>
                    </a:schemeClr>
                  </a:solidFill>
                </a:rPr>
                <a:t>Subcluster</a:t>
              </a:r>
              <a:r>
                <a:rPr lang="nl-BE" sz="1200" dirty="0">
                  <a:solidFill>
                    <a:schemeClr val="bg1">
                      <a:lumMod val="50000"/>
                    </a:schemeClr>
                  </a:solidFill>
                </a:rPr>
                <a:t> 3</a:t>
              </a: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4D40418-C7A5-1869-0195-BA0084D53FE9}"/>
                </a:ext>
              </a:extLst>
            </p:cNvPr>
            <p:cNvSpPr txBox="1"/>
            <p:nvPr/>
          </p:nvSpPr>
          <p:spPr>
            <a:xfrm>
              <a:off x="1939247" y="3423495"/>
              <a:ext cx="32154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sz="1200" dirty="0" err="1">
                  <a:solidFill>
                    <a:schemeClr val="bg1">
                      <a:lumMod val="50000"/>
                    </a:schemeClr>
                  </a:solidFill>
                </a:rPr>
                <a:t>Subcluster</a:t>
              </a:r>
              <a:r>
                <a:rPr lang="nl-BE" sz="1200" dirty="0">
                  <a:solidFill>
                    <a:schemeClr val="bg1">
                      <a:lumMod val="50000"/>
                    </a:schemeClr>
                  </a:solidFill>
                </a:rPr>
                <a:t> 2</a:t>
              </a: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96CC3F2-4539-B304-53CC-B2F905A69ABB}"/>
                </a:ext>
              </a:extLst>
            </p:cNvPr>
            <p:cNvSpPr txBox="1"/>
            <p:nvPr/>
          </p:nvSpPr>
          <p:spPr>
            <a:xfrm>
              <a:off x="1082614" y="3408359"/>
              <a:ext cx="32154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nl-BE" sz="1200" dirty="0" err="1">
                  <a:solidFill>
                    <a:schemeClr val="bg1">
                      <a:lumMod val="50000"/>
                    </a:schemeClr>
                  </a:solidFill>
                </a:rPr>
                <a:t>Subcluster</a:t>
              </a:r>
              <a:r>
                <a:rPr lang="nl-BE" sz="1200" dirty="0">
                  <a:solidFill>
                    <a:schemeClr val="bg1">
                      <a:lumMod val="50000"/>
                    </a:schemeClr>
                  </a:solidFill>
                </a:rPr>
                <a:t> 1</a:t>
              </a: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3867A03-D590-F303-7C40-393C65A69A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6037" y="3643572"/>
              <a:ext cx="10544296" cy="1180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8890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8F34373-5D07-70BD-CAF8-7961C7286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16" y="0"/>
            <a:ext cx="10889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444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A3A52E-6850-1B75-F1F7-527E7CC36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16" y="0"/>
            <a:ext cx="10889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339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5E5E17-1D40-F2AC-4774-D66F62131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79" y="0"/>
            <a:ext cx="117652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755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A932BF-2F1A-E0E4-017A-11E5A4946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79" y="0"/>
            <a:ext cx="117652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410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65</Words>
  <Application>Microsoft Office PowerPoint</Application>
  <PresentationFormat>Widescreen</PresentationFormat>
  <Paragraphs>45</Paragraphs>
  <Slides>16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Micro_WAT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Macro_WAT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Maaike Vercauteren</dc:creator>
  <cp:lastModifiedBy>Maaike Vercauteren</cp:lastModifiedBy>
  <cp:revision>1</cp:revision>
  <dcterms:created xsi:type="dcterms:W3CDTF">2025-02-24T08:12:38Z</dcterms:created>
  <dcterms:modified xsi:type="dcterms:W3CDTF">2025-03-11T07:29:28Z</dcterms:modified>
</cp:coreProperties>
</file>